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a9e1f9d6b440f1" /><Relationship Type="http://schemas.openxmlformats.org/officeDocument/2006/relationships/extended-properties" Target="/docProps/app.xml" Id="Recd017e13bf24e8e" /><Relationship Type="http://schemas.openxmlformats.org/officeDocument/2006/relationships/officeDocument" Target="/ppt/presentation.xml" Id="Reea6243aa8634626" /></Relationships>
</file>

<file path=ppt/presentation.xml><?xml version="1.0" encoding="utf-8"?>
<p:presentation xmlns:p="http://schemas.openxmlformats.org/presentationml/2006/main">
  <p:sldMasterIdLst>
    <p:sldMasterId xmlns:r="http://schemas.openxmlformats.org/officeDocument/2006/relationships" id="2147483648" r:id="R9da7babf524f4b59"/>
  </p:sldMasterIdLst>
  <p:notesMasterIdLst>
    <p:notesMasterId xmlns:r="http://schemas.openxmlformats.org/officeDocument/2006/relationships" r:id="R7d99458ffc3643d4"/>
  </p:notesMasterIdLst>
  <p:sldIdLst>
    <p:sldId xmlns:r="http://schemas.openxmlformats.org/officeDocument/2006/relationships" id="256" r:id="R4755d8d3a81e4c43"/>
    <p:sldId xmlns:r="http://schemas.openxmlformats.org/officeDocument/2006/relationships" id="257" r:id="Rc2ff8d494b41424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32f3793343461e" /><Relationship Type="http://schemas.openxmlformats.org/officeDocument/2006/relationships/slideMaster" Target="/ppt/slideMasters/slideMaster1.xml" Id="R9da7babf524f4b59" /><Relationship Type="http://schemas.openxmlformats.org/officeDocument/2006/relationships/notesMaster" Target="/ppt/notesMasters/notesMaster1.xml" Id="R7d99458ffc3643d4" /><Relationship Type="http://schemas.openxmlformats.org/officeDocument/2006/relationships/presProps" Target="/ppt/presProps.xml" Id="Rfa4734fbf9614c6e" /><Relationship Type="http://schemas.openxmlformats.org/officeDocument/2006/relationships/tableStyles" Target="/ppt/tableStyles.xml" Id="R5932d4fd42c14dea" /><Relationship Type="http://schemas.openxmlformats.org/officeDocument/2006/relationships/slide" Target="/ppt/slides/slide1.xml" Id="R4755d8d3a81e4c43" /><Relationship Type="http://schemas.openxmlformats.org/officeDocument/2006/relationships/slide" Target="/ppt/slides/slide2.xml" Id="Rc2ff8d494b4142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e26168fb1847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0f932c767a4171" /><Relationship Type="http://schemas.openxmlformats.org/officeDocument/2006/relationships/notesMaster" Target="/ppt/notesMasters/notesMaster1.xml" Id="R32a7739f0b7541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e8597fd76a4a3b" /><Relationship Type="http://schemas.openxmlformats.org/officeDocument/2006/relationships/notesMaster" Target="/ppt/notesMasters/notesMaster1.xml" Id="R67f81cd0937445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view follows Neo4j_Schema_Design_v2.docx and field_mapping_v2.xlsx supplied by Yuhao. It uses a compact property graph: relationship properties retain classification basis, review_status and citation_id. It replaces the older separate TopicAssignment representation for this figure.</a:t>
            </a:r>
          </a:p>
          <a:p xmlns:a="http://schemas.openxmlformats.org/drawingml/2006/main">
            <a:r>
              <a:t>Start with Resource. It is one catalog item. Follow Citation back through HAS_CITATION to SourceDocument to explain where a record came from. FLAGGED connects the citation to a data-quality issue. Agent has Person and Organization sublabels, and CREATED and PUBLISHED distinguish contribution roles. Locator has Url, Doi and Phone sublabels. The Phone locator is a resource contact, not a flagged scam number.</a:t>
            </a:r>
          </a:p>
          <a:p xmlns:a="http://schemas.openxmlformats.org/drawingml/2006/main">
            <a:r>
              <a:t>Follow ABOUT, FOR_AUDIENCE and HAS_FORMAT to show description. ABOUT and FOR_AUDIENCE carry basis, review_status and citation_id. HAS_FORMAT carries basis and citation_id. CREATED and PUBLISHED carry credit_order and citation_id. AVAILABLE_AT keeps identifier_id and citation_id. The two Resource-to-Resource types retain id, evidence, review_status and both supporting citation IDs. A schema loop means a relationship between two Resource nodes, not a self-link on one resource.</a:t>
            </a:r>
          </a:p>
          <a:p xmlns:a="http://schemas.openxmlformats.org/drawingml/2006/main">
            <a:r>
              <a:t>Example: r034 has an ABOUT relation to phishing with basis=inferred_from_citation, review_status=proposed and citation_id=video-02. A curator can return to video-02 to review that classification. This is a catalog classification, not an automated fraud verdict or proof of suitability for older adults.</a:t>
            </a:r>
          </a:p>
          <a:p xmlns:a="http://schemas.openxmlformats.org/drawingml/2006/main">
            <a:r>
              <a:t>Dotted LISTS arrows retain the page where vocabulary or age definitions were recorded. LISTS has source_page. The proposed TopicGroup nodes and IN_GROUP relationships use green dashes. The four groups and 25 links come from the v2 design proposal, not the original catalog. Without this extension, the compact mapping has 292 nodes and 469 relationships. With it, the source v2 files specify 296 nodes and 494 relationships.</a:t>
            </a:r>
          </a:p>
          <a:p xmlns:a="http://schemas.openxmlformats.org/drawingml/2006/main">
            <a:r>
              <a:t>Only selected attributes are printed in boxes. The provided field-mapping workbook covers all 89 columns across 16 source arrays. Full dates are handled as documented in v2; publication_year is derived while publication_value and publication_precision remain available.</a:t>
            </a:r>
          </a:p>
          <a:p xmlns:a="http://schemas.openxmlformats.org/drawingml/2006/main">
            <a:r>
              <a:t>No database load or verification was performed as part of making this diagram. Deployment claims in the supplied design document belong to that source and were not independently repeated here.</a:t>
            </a:r>
          </a:p>
          <a:p xmlns:a="http://schemas.openxmlformats.org/drawingml/2006/main">
            <a:r>
              <a:t>Sources: /Users/happy/Downloads/Neo4j_Schema_Design_v2.docx, sections 2–5 and 8; /Users/happy/Downloads/field_mapping_v2.xlsx, Field mapping!A1:E90 and Graph counts!A1:C33; pinned catalog https://github.com/Logosss1/mysql-vs-neo4j/blob/37ebfdd0748cb0230459722430c970e1caa5a50e/data/catalog.json</a:t>
            </a:r>
          </a:p>
          <a:p xmlns:a="http://schemas.openxmlformats.org/drawingml/2006/main">
            <a:r>
              <a:t/>
            </a:r>
          </a:p>
          <a:p xmlns:a="http://schemas.openxmlformats.org/drawingml/2006/main">
            <a:r>
              <a:t>中文</a:t>
            </a:r>
          </a:p>
          <a:p xmlns:a="http://schemas.openxmlformats.org/drawingml/2006/main">
            <a:r>
              <a:t>中文讲解顺序：先指 Resource，说明它是目录里的一条资源；再沿 Citation 和 SourceDocument 讲出处，Issue 是转录或整理时发现的问题。Agent 通过 CREATED/PUBLISHED 区分创作者和出版者；Locator 记录 URL、DOI 或联系电话。再指 ABOUT、FOR_AUDIENCE、HAS_FORMAT，说明主题、受众、格式如何连接。</a:t>
            </a:r>
          </a:p>
          <a:p xmlns:a="http://schemas.openxmlformats.org/drawingml/2006/main">
            <a:r>
              <a:t>本版把归类信息放在关系属性上，不用旧版的 TopicAssignment 中间节点。以 r034 → phishing 为例，ABOUT 保存 basis=inferred_from_citation、review_status=proposed、citation_id=video-02。审核人员可以回查引用依据，再决定是否批准；这里的审核是团队的元数据审核，不要求普通读者逐条审核。</a:t>
            </a:r>
          </a:p>
          <a:p xmlns:a="http://schemas.openxmlformats.org/drawingml/2006/main">
            <a:r>
              <a:t>点线 LISTS 保存词表和年龄定义来自源文档哪一页。绿色虚线的 TopicGroup 和 IN_GROUP 是 v2 中待组内确认的分组方案。AgeRule 同时保留几种年龄口径，尚未替团队决定用哪一种。</a:t>
            </a:r>
          </a:p>
          <a:p xmlns:a="http://schemas.openxmlformats.org/drawingml/2006/main">
            <a:r>
              <a:t>Resource 旁边的回环表示两条 Resource 之间可以有这两类关系，不是说某条资源指向它自己。图中只显示部分属性，完整映射在用户提供的 Excel。</a:t>
            </a:r>
          </a:p>
          <a:p xmlns:a="http://schemas.openxmlformats.org/drawingml/2006/main">
            <a:r>
              <a:t/>
            </a:r>
          </a:p>
          <a:p xmlns:a="http://schemas.openxmlformats.org/drawingml/2006/main">
            <a:r>
              <a:t>V3 OUTLINE CONTEXT</a:t>
            </a:r>
          </a:p>
          <a:p xmlns:a="http://schemas.openxmlformats.org/drawingml/2006/main">
            <a:r>
              <a:t>This slide preserves the compact v2 catalog design as a reference. The running GitHub demo continues to use v1 assignment nodes. The next slide adds a proposed content layer. The content layer has not been loaded into the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SUMMARY</a:t>
            </a:r>
          </a:p>
          <a:p xmlns:a="http://schemas.openxmlformats.org/drawingml/2006/main">
            <a:r>
              <a:t>The existing catalog stays in place. The proposed extension adds exact source passages, statements drawn from those passages, and shared concepts. This is a design outline for discussion with Zong-Hua.</a:t>
            </a:r>
          </a:p>
          <a:p xmlns:a="http://schemas.openxmlformats.org/drawingml/2006/main">
            <a:r>
              <a:t/>
            </a:r>
          </a:p>
          <a:p xmlns:a="http://schemas.openxmlformats.org/drawingml/2006/main">
            <a:r>
              <a:t>POINT AND EXPLAIN</a:t>
            </a:r>
          </a:p>
          <a:p xmlns:a="http://schemas.openxmlformats.org/drawingml/2006/main">
            <a:r>
              <a:t>Trace SourceDocument to Citation to Resource across the top. These retain the meaning of the current catalog design. Citation identifies an occurrence in the resource list. It does not point to a paragraph inside the cited resource.</a:t>
            </a:r>
          </a:p>
          <a:p xmlns:a="http://schemas.openxmlformats.org/drawingml/2006/main">
            <a:r>
              <a:t>Follow HAS_EVIDENCE_SPAN from Resource to EvidenceSpan. A span preserves verbatim source text, the version it came from, and a precise locator. Use a PDF page with text offsets, a webpage paragraph or anchor, or a transcript time range as appropriate. Location matching and semantic review are separate checks.</a:t>
            </a:r>
          </a:p>
          <a:p xmlns:a="http://schemas.openxmlformats.org/drawingml/2006/main">
            <a:r>
              <a:t>Follow SUPPORTED_BY from KnowledgeAssertion to EvidenceSpan. The assertion contains a proposed interpretation of the source, including its population, setting, attribution, and qualifications. A curator can compare it with the exact source.</a:t>
            </a:r>
          </a:p>
          <a:p xmlns:a="http://schemas.openxmlformats.org/drawingml/2006/main">
            <a:r>
              <a:t>Follow USES_CONCEPT from KnowledgeAssertion to Concept. This connection can have a role such as tactic or recommended_action. Separate assertions from different resources can use the same concept while retaining their own evidence. Reuse existing Topic IDs only where definitions match.</a:t>
            </a:r>
          </a:p>
          <a:p xmlns:a="http://schemas.openxmlformats.org/drawingml/2006/main">
            <a:r>
              <a:t/>
            </a:r>
          </a:p>
          <a:p xmlns:a="http://schemas.openxmlformats.org/drawingml/2006/main">
            <a:r>
              <a:t>NEXT DESIGN DECISIONS</a:t>
            </a:r>
          </a:p>
          <a:p xmlns:a="http://schemas.openxmlformats.org/drawingml/2006/main">
            <a:r>
              <a:t>Agree on the first question, permitted content, vocabulary definitions and review responsibility. Keep reviewer/time/reason/history requirements on the discussion list. Dedicated ContentVersion, ReviewEvent, and ExtractionRun records can follow when the workflow is agreed. No database migration or automated extraction is part of this update.</a:t>
            </a:r>
          </a:p>
          <a:p xmlns:a="http://schemas.openxmlformats.org/drawingml/2006/main">
            <a:r>
              <a:t/>
            </a:r>
          </a:p>
          <a:p xmlns:a="http://schemas.openxmlformats.org/drawingml/2006/main">
            <a:r>
              <a:t>LITERATURE</a:t>
            </a:r>
          </a:p>
          <a:p xmlns:a="http://schemas.openxmlformats.org/drawingml/2006/main">
            <a:r>
              <a:t>P1. Chekuri and Fox. Structured Knowledge Graph for Scholarly Exploration: IR and QA System for ETDs and their Elements. Sections 3–4, pp. 3–6; proceedings PDF pp. 109–112. https://doi.org/10.1145/3805696.3846035</a:t>
            </a:r>
          </a:p>
          <a:p xmlns:a="http://schemas.openxmlformats.org/drawingml/2006/main">
            <a:r>
              <a:t>Method borrowed: Represent internal document elements and retrieve their context.</a:t>
            </a:r>
          </a:p>
          <a:p xmlns:a="http://schemas.openxmlformats.org/drawingml/2006/main">
            <a:r>
              <a:t/>
            </a:r>
          </a:p>
          <a:p xmlns:a="http://schemas.openxmlformats.org/drawingml/2006/main">
            <a:r>
              <a:t>P2. Chen, Hou, and Zhang. From Media Records to Knowledge Graph: Interoperable Ontology Modeling for a Multimodal Martial Arts Archive. Section 3.1, p. 2; proceedings PDF p. 143. https://doi.org/10.1145/3805696.3846056</a:t>
            </a:r>
          </a:p>
          <a:p xmlns:a="http://schemas.openxmlformats.org/drawingml/2006/main">
            <a:r>
              <a:t>Method borrowed: Use competency questions to define concepts and relationships.</a:t>
            </a:r>
          </a:p>
          <a:p xmlns:a="http://schemas.openxmlformats.org/drawingml/2006/main">
            <a:r>
              <a:t/>
            </a:r>
          </a:p>
          <a:p xmlns:a="http://schemas.openxmlformats.org/drawingml/2006/main">
            <a:r>
              <a:t>P3. Aboelnaga et al.. A Provenance-First Discovery Layer for Research Gaps, Limitations, and Future Directions in ETDs. Sections 3.2–4, pp. 3–4; proceedings PDF pp. 350–351. https://doi.org/10.1145/3805696.3846045</a:t>
            </a:r>
          </a:p>
          <a:p xmlns:a="http://schemas.openxmlformats.org/drawingml/2006/main">
            <a:r>
              <a:t>Method borrowed: Keep exact source passages and locations separate from proposed interpretations.</a:t>
            </a:r>
          </a:p>
          <a:p xmlns:a="http://schemas.openxmlformats.org/drawingml/2006/main">
            <a:r>
              <a:t/>
            </a:r>
          </a:p>
          <a:p xmlns:a="http://schemas.openxmlformats.org/drawingml/2006/main">
            <a:r>
              <a:t>P4. Gordea and Cotea. HEXER: An Online Tool for Building, Validating and Exploring Knowledge Graphs from Historical Documents. Sections 2.1–2.4, pp. 2–4; proceedings PDF pp. 795–797. https://doi.org/10.1145/3805696.3846516</a:t>
            </a:r>
          </a:p>
          <a:p xmlns:a="http://schemas.openxmlformats.org/drawingml/2006/main">
            <a:r>
              <a:t>Method borrowed: Make review decisions inspectable and reversible. Section 2.4 stores the graph in PostgreSQL.</a:t>
            </a:r>
          </a:p>
          <a:p xmlns:a="http://schemas.openxmlformats.org/drawingml/2006/main">
            <a:r>
              <a:t/>
            </a:r>
          </a:p>
          <a:p xmlns:a="http://schemas.openxmlformats.org/drawingml/2006/main">
            <a:r>
              <a:t>The structural knowledge-graph paper evaluates a combined QA pipeline. HEXER is a demonstration and stores graph information in PostgreSQL. These methods inform the proposed design without selecting a database engine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a6a44b370547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c2d6b978c14e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976ea5842e4a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da94e881cf45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78a44f75ec47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8151c9049d45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031FF8-0901-45D5-95B1-4C87C43779F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B1B8C6-C615-4E54-8A30-780C324F443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C66923-6BA0-4436-BC94-4C64CCE7494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8D34F3-8803-4F26-A5BA-C89BA6D14D7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385B11-E3E7-45B1-A000-4DA51AFD525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A3D8D1-1120-40E3-8763-7C2E47924D6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7F36F3-7694-4975-B898-D896C250847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B22F11-8A9E-41D6-A317-B350B73ABBB7}"/>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A51928-52B5-499E-B37A-D77D55BBCC8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AF168C-347C-4E7C-AE85-0C679A71670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8affc537ce41fa" /><Relationship Type="http://schemas.openxmlformats.org/officeDocument/2006/relationships/slideLayout" Target="/ppt/slideLayouts/slideLayout1.xml" Id="R0b37d745eaa7456f" /><Relationship Type="http://schemas.openxmlformats.org/officeDocument/2006/relationships/slideLayout" Target="/ppt/slideLayouts/slideLayout2.xml" Id="R5970cae3bf90491d" /><Relationship Type="http://schemas.openxmlformats.org/officeDocument/2006/relationships/slideLayout" Target="/ppt/slideLayouts/slideLayout3.xml" Id="R9e3407e83d5041e2" /><Relationship Type="http://schemas.openxmlformats.org/officeDocument/2006/relationships/slideLayout" Target="/ppt/slideLayouts/slideLayout4.xml" Id="Rbb961fa419b64507" /><Relationship Type="http://schemas.openxmlformats.org/officeDocument/2006/relationships/slideLayout" Target="/ppt/slideLayouts/slideLayout5.xml" Id="Rcd9e7a59cd044613" /><Relationship Type="http://schemas.openxmlformats.org/officeDocument/2006/relationships/slideLayout" Target="/ppt/slideLayouts/slideLayout6.xml" Id="Rc66c10e38fc345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37d745eaa7456f"/>
    <p:sldLayoutId xmlns:r="http://schemas.openxmlformats.org/officeDocument/2006/relationships" id="2147483650" r:id="R5970cae3bf90491d"/>
    <p:sldLayoutId xmlns:r="http://schemas.openxmlformats.org/officeDocument/2006/relationships" id="2147483651" r:id="R9e3407e83d5041e2"/>
    <p:sldLayoutId xmlns:r="http://schemas.openxmlformats.org/officeDocument/2006/relationships" id="2147483652" r:id="Rbb961fa419b64507"/>
    <p:sldLayoutId xmlns:r="http://schemas.openxmlformats.org/officeDocument/2006/relationships" id="2147483653" r:id="Rcd9e7a59cd044613"/>
    <p:sldLayoutId xmlns:r="http://schemas.openxmlformats.org/officeDocument/2006/relationships" id="2147483654" r:id="Rc66c10e38fc345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b47b22fe22474a" /><Relationship Type="http://schemas.openxmlformats.org/officeDocument/2006/relationships/notesSlide" Target="/ppt/notesSlides/notesSlide1.xml" Id="R4d222bdce6c64e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90425ae72c4f5b" /><Relationship Type="http://schemas.openxmlformats.org/officeDocument/2006/relationships/notesSlide" Target="/ppt/notesSlides/notesSlide2.xml" Id="R56209979a3e6488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title">
            <a:extLst xmlns:a="http://schemas.openxmlformats.org/drawingml/2006/main">
              <a:ext uri="{FF2B5EF4-FFF2-40B4-BE49-F238E27FC236}">
                <a16:creationId xmlns:a16="http://schemas.microsoft.com/office/drawing/2014/main" id="{F6691A10-77ED-4EAD-8AA4-D9C9FF219051}"/>
              </a:ext>
            </a:extLst>
          </p:cNvPr>
          <p:cNvSpPr>
            <a:spLocks xmlns:a="http://schemas.openxmlformats.org/drawingml/2006/main" noGrp="1"/>
          </p:cNvSpPr>
          <p:nvPr/>
        </p:nvSpPr>
        <p:spPr>
          <a:xfrm xmlns:a="http://schemas.openxmlformats.org/drawingml/2006/main">
            <a:off x="333375" y="171450"/>
            <a:ext cx="1428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00000"/>
                </a:solidFill>
                <a:latin typeface="Times New Roman"/>
                <a:ea typeface="Times New Roman"/>
                <a:cs typeface="Times New Roman"/>
              </a:defRPr>
            </a:defPPr>
            <a:lvl1pPr algn="l">
              <a:buNone/>
              <a:defRPr sz="2250" b="1">
                <a:solidFill>
                  <a:srgbClr val="000000"/>
                </a:solidFill>
                <a:latin typeface="Times New Roman"/>
                <a:ea typeface="Times New Roman"/>
                <a:cs typeface="Times New Roman"/>
              </a:defRPr>
            </a:lvl1pPr>
            <a:lvl2pPr algn="l">
              <a:buNone/>
              <a:defRPr sz="2250" b="1">
                <a:solidFill>
                  <a:srgbClr val="000000"/>
                </a:solidFill>
                <a:latin typeface="Times New Roman"/>
                <a:ea typeface="Times New Roman"/>
                <a:cs typeface="Times New Roman"/>
              </a:defRPr>
            </a:lvl2pPr>
            <a:lvl3pPr algn="l">
              <a:buNone/>
              <a:defRPr sz="2250" b="1">
                <a:solidFill>
                  <a:srgbClr val="000000"/>
                </a:solidFill>
                <a:latin typeface="Times New Roman"/>
                <a:ea typeface="Times New Roman"/>
                <a:cs typeface="Times New Roman"/>
              </a:defRPr>
            </a:lvl3pPr>
            <a:lvl4pPr algn="l">
              <a:buNone/>
              <a:defRPr sz="2250" b="1">
                <a:solidFill>
                  <a:srgbClr val="000000"/>
                </a:solidFill>
                <a:latin typeface="Times New Roman"/>
                <a:ea typeface="Times New Roman"/>
                <a:cs typeface="Times New Roman"/>
              </a:defRPr>
            </a:lvl4pPr>
            <a:lvl5pPr algn="l">
              <a:buNone/>
              <a:defRPr sz="2250" b="1">
                <a:solidFill>
                  <a:srgbClr val="000000"/>
                </a:solidFill>
                <a:latin typeface="Times New Roman"/>
                <a:ea typeface="Times New Roman"/>
                <a:cs typeface="Times New Roman"/>
              </a:defRPr>
            </a:lvl5pPr>
            <a:lvl6pPr algn="l">
              <a:buNone/>
              <a:defRPr sz="2250" b="1">
                <a:solidFill>
                  <a:srgbClr val="000000"/>
                </a:solidFill>
                <a:latin typeface="Times New Roman"/>
                <a:ea typeface="Times New Roman"/>
                <a:cs typeface="Times New Roman"/>
              </a:defRPr>
            </a:lvl6pPr>
            <a:lvl7pPr algn="l">
              <a:buNone/>
              <a:defRPr sz="2250" b="1">
                <a:solidFill>
                  <a:srgbClr val="000000"/>
                </a:solidFill>
                <a:latin typeface="Times New Roman"/>
                <a:ea typeface="Times New Roman"/>
                <a:cs typeface="Times New Roman"/>
              </a:defRPr>
            </a:lvl7pPr>
            <a:lvl8pPr algn="l">
              <a:buNone/>
              <a:defRPr sz="2250" b="1">
                <a:solidFill>
                  <a:srgbClr val="000000"/>
                </a:solidFill>
                <a:latin typeface="Times New Roman"/>
                <a:ea typeface="Times New Roman"/>
                <a:cs typeface="Times New Roman"/>
              </a:defRPr>
            </a:lvl8pPr>
            <a:lvl9pPr algn="l">
              <a:buNone/>
              <a:defRPr sz="2250" b="1">
                <a:solidFill>
                  <a:srgbClr val="000000"/>
                </a:solidFill>
                <a:latin typeface="Times New Roman"/>
                <a:ea typeface="Times New Roman"/>
                <a:cs typeface="Times New Roman"/>
              </a:defRPr>
            </a:lvl9pPr>
          </a:lstStyle>
          <a:p xmlns:a="http://schemas.openxmlformats.org/drawingml/2006/main">
            <a:pPr algn="l">
              <a:buNone/>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Neo4j schema for the anti-fraud resource catalog</a:t>
            </a:r>
          </a:p>
        </p:txBody>
      </p:sp>
      <p:sp>
        <p:nvSpPr>
          <p:cNvPr id="2" name="group provenance">
            <a:extLst xmlns:a="http://schemas.openxmlformats.org/drawingml/2006/main">
              <a:ext uri="{FF2B5EF4-FFF2-40B4-BE49-F238E27FC236}">
                <a16:creationId xmlns:a16="http://schemas.microsoft.com/office/drawing/2014/main" id="{27B1BCC1-3C72-4396-8A0B-BDEA2F81DD93}"/>
              </a:ext>
            </a:extLst>
          </p:cNvPr>
          <p:cNvSpPr>
            <a:spLocks xmlns:a="http://schemas.openxmlformats.org/drawingml/2006/main" noGrp="1"/>
          </p:cNvSpPr>
          <p:nvPr/>
        </p:nvSpPr>
        <p:spPr>
          <a:xfrm xmlns:a="http://schemas.openxmlformats.org/drawingml/2006/main">
            <a:off x="285750" y="790575"/>
            <a:ext cx="6381750" cy="4648200"/>
          </a:xfrm>
          <a:prstGeom xmlns:a="http://schemas.openxmlformats.org/drawingml/2006/main" prst="rect">
            <a:avLst/>
          </a:prstGeom>
          <a:noFill xmlns:a="http://schemas.openxmlformats.org/drawingml/2006/main"/>
          <a:ln xmlns:a="http://schemas.openxmlformats.org/drawingml/2006/main" w="12383">
            <a:solidFill>
              <a:srgbClr val="9FBACA"/>
            </a:solidFill>
            <a:prstDash val="dash"/>
          </a:ln>
        </p:spPr>
      </p:sp>
      <p:sp>
        <p:nvSpPr>
          <p:cNvPr id="3" name="group title provenance">
            <a:extLst xmlns:a="http://schemas.openxmlformats.org/drawingml/2006/main">
              <a:ext uri="{FF2B5EF4-FFF2-40B4-BE49-F238E27FC236}">
                <a16:creationId xmlns:a16="http://schemas.microsoft.com/office/drawing/2014/main" id="{FD82EDF0-161E-4D5F-A271-BA28B6F3446F}"/>
              </a:ext>
            </a:extLst>
          </p:cNvPr>
          <p:cNvSpPr>
            <a:spLocks xmlns:a="http://schemas.openxmlformats.org/drawingml/2006/main" noGrp="1"/>
          </p:cNvSpPr>
          <p:nvPr/>
        </p:nvSpPr>
        <p:spPr>
          <a:xfrm xmlns:a="http://schemas.openxmlformats.org/drawingml/2006/main">
            <a:off x="381000" y="8096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buNone/>
              <a:defRPr sz="1350" b="0">
                <a:solidFill>
                  <a:srgbClr val="000000"/>
                </a:solidFill>
                <a:latin typeface="Times New Roman"/>
                <a:ea typeface="Times New Roman"/>
                <a:cs typeface="Times New Roman"/>
              </a:defRPr>
            </a:lvl1pPr>
            <a:lvl2pPr algn="ctr">
              <a:buNone/>
              <a:defRPr sz="1350" b="0">
                <a:solidFill>
                  <a:srgbClr val="000000"/>
                </a:solidFill>
                <a:latin typeface="Times New Roman"/>
                <a:ea typeface="Times New Roman"/>
                <a:cs typeface="Times New Roman"/>
              </a:defRPr>
            </a:lvl2pPr>
            <a:lvl3pPr algn="ctr">
              <a:buNone/>
              <a:defRPr sz="1350" b="0">
                <a:solidFill>
                  <a:srgbClr val="000000"/>
                </a:solidFill>
                <a:latin typeface="Times New Roman"/>
                <a:ea typeface="Times New Roman"/>
                <a:cs typeface="Times New Roman"/>
              </a:defRPr>
            </a:lvl3pPr>
            <a:lvl4pPr algn="ctr">
              <a:buNone/>
              <a:defRPr sz="1350" b="0">
                <a:solidFill>
                  <a:srgbClr val="000000"/>
                </a:solidFill>
                <a:latin typeface="Times New Roman"/>
                <a:ea typeface="Times New Roman"/>
                <a:cs typeface="Times New Roman"/>
              </a:defRPr>
            </a:lvl4pPr>
            <a:lvl5pPr algn="ctr">
              <a:buNone/>
              <a:defRPr sz="1350" b="0">
                <a:solidFill>
                  <a:srgbClr val="000000"/>
                </a:solidFill>
                <a:latin typeface="Times New Roman"/>
                <a:ea typeface="Times New Roman"/>
                <a:cs typeface="Times New Roman"/>
              </a:defRPr>
            </a:lvl5pPr>
            <a:lvl6pPr algn="ctr">
              <a:buNone/>
              <a:defRPr sz="1350" b="0">
                <a:solidFill>
                  <a:srgbClr val="000000"/>
                </a:solidFill>
                <a:latin typeface="Times New Roman"/>
                <a:ea typeface="Times New Roman"/>
                <a:cs typeface="Times New Roman"/>
              </a:defRPr>
            </a:lvl6pPr>
            <a:lvl7pPr algn="ctr">
              <a:buNone/>
              <a:defRPr sz="1350" b="0">
                <a:solidFill>
                  <a:srgbClr val="000000"/>
                </a:solidFill>
                <a:latin typeface="Times New Roman"/>
                <a:ea typeface="Times New Roman"/>
                <a:cs typeface="Times New Roman"/>
              </a:defRPr>
            </a:lvl7pPr>
            <a:lvl8pPr algn="ctr">
              <a:buNone/>
              <a:defRPr sz="1350" b="0">
                <a:solidFill>
                  <a:srgbClr val="000000"/>
                </a:solidFill>
                <a:latin typeface="Times New Roman"/>
                <a:ea typeface="Times New Roman"/>
                <a:cs typeface="Times New Roman"/>
              </a:defRPr>
            </a:lvl8pPr>
            <a:lvl9pPr algn="ctr">
              <a:buNone/>
              <a:defRPr sz="1350" b="0">
                <a:solidFill>
                  <a:srgbClr val="000000"/>
                </a:solidFill>
                <a:latin typeface="Times New Roman"/>
                <a:ea typeface="Times New Roman"/>
                <a:cs typeface="Times New Roman"/>
              </a:defRPr>
            </a:lvl9pPr>
          </a:lstStyle>
          <a:p xmlns:a="http://schemas.openxmlformats.org/drawingml/2006/main">
            <a:pPr algn="ctr">
              <a:buNone/>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Provenance (where the record came from)</a:t>
            </a:r>
          </a:p>
        </p:txBody>
      </p:sp>
      <p:sp>
        <p:nvSpPr>
          <p:cNvPr id="4" name="group vocabulary">
            <a:extLst xmlns:a="http://schemas.openxmlformats.org/drawingml/2006/main">
              <a:ext uri="{FF2B5EF4-FFF2-40B4-BE49-F238E27FC236}">
                <a16:creationId xmlns:a16="http://schemas.microsoft.com/office/drawing/2014/main" id="{34DC39D2-B40D-41EA-8485-2950BFA233B7}"/>
              </a:ext>
            </a:extLst>
          </p:cNvPr>
          <p:cNvSpPr>
            <a:spLocks xmlns:a="http://schemas.openxmlformats.org/drawingml/2006/main" noGrp="1"/>
          </p:cNvSpPr>
          <p:nvPr/>
        </p:nvSpPr>
        <p:spPr>
          <a:xfrm xmlns:a="http://schemas.openxmlformats.org/drawingml/2006/main">
            <a:off x="8286750" y="5715000"/>
            <a:ext cx="6572250" cy="2352675"/>
          </a:xfrm>
          <a:prstGeom xmlns:a="http://schemas.openxmlformats.org/drawingml/2006/main" prst="rect">
            <a:avLst/>
          </a:prstGeom>
          <a:noFill xmlns:a="http://schemas.openxmlformats.org/drawingml/2006/main"/>
          <a:ln xmlns:a="http://schemas.openxmlformats.org/drawingml/2006/main" w="12383">
            <a:solidFill>
              <a:srgbClr val="B4D3AA"/>
            </a:solidFill>
            <a:prstDash val="dash"/>
          </a:ln>
        </p:spPr>
      </p:sp>
      <p:sp>
        <p:nvSpPr>
          <p:cNvPr id="5" name="group title vocabulary">
            <a:extLst xmlns:a="http://schemas.openxmlformats.org/drawingml/2006/main">
              <a:ext uri="{FF2B5EF4-FFF2-40B4-BE49-F238E27FC236}">
                <a16:creationId xmlns:a16="http://schemas.microsoft.com/office/drawing/2014/main" id="{DF8A189C-8D6C-410B-B961-BB2003C532C0}"/>
              </a:ext>
            </a:extLst>
          </p:cNvPr>
          <p:cNvSpPr>
            <a:spLocks xmlns:a="http://schemas.openxmlformats.org/drawingml/2006/main" noGrp="1"/>
          </p:cNvSpPr>
          <p:nvPr/>
        </p:nvSpPr>
        <p:spPr>
          <a:xfrm xmlns:a="http://schemas.openxmlformats.org/drawingml/2006/main">
            <a:off x="8429625" y="576262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000000"/>
                </a:solidFill>
                <a:latin typeface="Times New Roman"/>
                <a:ea typeface="Times New Roman"/>
                <a:cs typeface="Times New Roman"/>
              </a:defRPr>
            </a:defPPr>
            <a:lvl1pPr algn="l">
              <a:buNone/>
              <a:defRPr sz="1350" b="0">
                <a:solidFill>
                  <a:srgbClr val="000000"/>
                </a:solidFill>
                <a:latin typeface="Times New Roman"/>
                <a:ea typeface="Times New Roman"/>
                <a:cs typeface="Times New Roman"/>
              </a:defRPr>
            </a:lvl1pPr>
            <a:lvl2pPr algn="l">
              <a:buNone/>
              <a:defRPr sz="1350" b="0">
                <a:solidFill>
                  <a:srgbClr val="000000"/>
                </a:solidFill>
                <a:latin typeface="Times New Roman"/>
                <a:ea typeface="Times New Roman"/>
                <a:cs typeface="Times New Roman"/>
              </a:defRPr>
            </a:lvl2pPr>
            <a:lvl3pPr algn="l">
              <a:buNone/>
              <a:defRPr sz="1350" b="0">
                <a:solidFill>
                  <a:srgbClr val="000000"/>
                </a:solidFill>
                <a:latin typeface="Times New Roman"/>
                <a:ea typeface="Times New Roman"/>
                <a:cs typeface="Times New Roman"/>
              </a:defRPr>
            </a:lvl3pPr>
            <a:lvl4pPr algn="l">
              <a:buNone/>
              <a:defRPr sz="1350" b="0">
                <a:solidFill>
                  <a:srgbClr val="000000"/>
                </a:solidFill>
                <a:latin typeface="Times New Roman"/>
                <a:ea typeface="Times New Roman"/>
                <a:cs typeface="Times New Roman"/>
              </a:defRPr>
            </a:lvl4pPr>
            <a:lvl5pPr algn="l">
              <a:buNone/>
              <a:defRPr sz="1350" b="0">
                <a:solidFill>
                  <a:srgbClr val="000000"/>
                </a:solidFill>
                <a:latin typeface="Times New Roman"/>
                <a:ea typeface="Times New Roman"/>
                <a:cs typeface="Times New Roman"/>
              </a:defRPr>
            </a:lvl5pPr>
            <a:lvl6pPr algn="l">
              <a:buNone/>
              <a:defRPr sz="1350" b="0">
                <a:solidFill>
                  <a:srgbClr val="000000"/>
                </a:solidFill>
                <a:latin typeface="Times New Roman"/>
                <a:ea typeface="Times New Roman"/>
                <a:cs typeface="Times New Roman"/>
              </a:defRPr>
            </a:lvl6pPr>
            <a:lvl7pPr algn="l">
              <a:buNone/>
              <a:defRPr sz="1350" b="0">
                <a:solidFill>
                  <a:srgbClr val="000000"/>
                </a:solidFill>
                <a:latin typeface="Times New Roman"/>
                <a:ea typeface="Times New Roman"/>
                <a:cs typeface="Times New Roman"/>
              </a:defRPr>
            </a:lvl7pPr>
            <a:lvl8pPr algn="l">
              <a:buNone/>
              <a:defRPr sz="1350" b="0">
                <a:solidFill>
                  <a:srgbClr val="000000"/>
                </a:solidFill>
                <a:latin typeface="Times New Roman"/>
                <a:ea typeface="Times New Roman"/>
                <a:cs typeface="Times New Roman"/>
              </a:defRPr>
            </a:lvl8pPr>
            <a:lvl9pPr algn="l">
              <a:buNone/>
              <a:defRPr sz="1350" b="0">
                <a:solidFill>
                  <a:srgbClr val="000000"/>
                </a:solidFill>
                <a:latin typeface="Times New Roman"/>
                <a:ea typeface="Times New Roman"/>
                <a:cs typeface="Times New Roman"/>
              </a:defRPr>
            </a:lvl9pPr>
          </a:lstStyle>
          <a:p xmlns:a="http://schemas.openxmlformats.org/drawingml/2006/main">
            <a:pPr algn="l">
              <a:buNone/>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Description vocabulary</a:t>
            </a:r>
          </a:p>
        </p:txBody>
      </p:sp>
      <p:sp>
        <p:nvSpPr>
          <p:cNvPr id="6" name="relationship NOTES">
            <a:extLst xmlns:a="http://schemas.openxmlformats.org/drawingml/2006/main">
              <a:ext uri="{FF2B5EF4-FFF2-40B4-BE49-F238E27FC236}">
                <a16:creationId xmlns:a16="http://schemas.microsoft.com/office/drawing/2014/main" id="{6BAD3FD8-0C65-4485-8494-DEF5F3A50CA7}"/>
              </a:ext>
            </a:extLst>
          </p:cNvPr>
          <p:cNvSpPr>
            <a:spLocks xmlns:a="http://schemas.openxmlformats.org/drawingml/2006/main" noGrp="1"/>
          </p:cNvSpPr>
          <p:nvPr/>
        </p:nvSpPr>
        <p:spPr>
          <a:xfrm xmlns:a="http://schemas.openxmlformats.org/drawingml/2006/main">
            <a:off x="1809750" y="1790700"/>
            <a:ext cx="2686050" cy="923925"/>
          </a:xfrm>
          <a:custGeom xmlns:a="http://schemas.openxmlformats.org/drawingml/2006/main">
            <a:pathLst>
              <a:path w="2686050" h="923925">
                <a:moveTo>
                  <a:pt x="2686050" y="0"/>
                </a:moveTo>
                <a:lnTo>
                  <a:pt x="0" y="923925"/>
                </a:lnTo>
              </a:path>
            </a:pathLst>
          </a:custGeom>
          <a:noFill xmlns:a="http://schemas.openxmlformats.org/drawingml/2006/main"/>
          <a:ln xmlns:a="http://schemas.openxmlformats.org/drawingml/2006/main" w="15240">
            <a:solidFill>
              <a:srgbClr val="595959"/>
            </a:solidFill>
            <a:prstDash val="solid"/>
          </a:ln>
        </p:spPr>
      </p:sp>
      <p:sp>
        <p:nvSpPr>
          <p:cNvPr id="7" name="arrow NOTES">
            <a:extLst xmlns:a="http://schemas.openxmlformats.org/drawingml/2006/main">
              <a:ext uri="{FF2B5EF4-FFF2-40B4-BE49-F238E27FC236}">
                <a16:creationId xmlns:a16="http://schemas.microsoft.com/office/drawing/2014/main" id="{9A62579B-8E82-41AF-8433-7E00CE1579F3}"/>
              </a:ext>
            </a:extLst>
          </p:cNvPr>
          <p:cNvSpPr>
            <a:spLocks xmlns:a="http://schemas.openxmlformats.org/drawingml/2006/main" noGrp="1"/>
          </p:cNvSpPr>
          <p:nvPr/>
        </p:nvSpPr>
        <p:spPr>
          <a:xfrm xmlns:a="http://schemas.openxmlformats.org/drawingml/2006/main">
            <a:off x="1809750" y="2645814"/>
            <a:ext cx="103083" cy="75659"/>
          </a:xfrm>
          <a:custGeom xmlns:a="http://schemas.openxmlformats.org/drawingml/2006/main">
            <a:pathLst>
              <a:path w="103083" h="75659">
                <a:moveTo>
                  <a:pt x="0" y="68811"/>
                </a:moveTo>
                <a:lnTo>
                  <a:pt x="103083" y="75659"/>
                </a:lnTo>
                <a:lnTo>
                  <a:pt x="77058"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8" name="relationship HAS_CITATION">
            <a:extLst xmlns:a="http://schemas.openxmlformats.org/drawingml/2006/main">
              <a:ext uri="{FF2B5EF4-FFF2-40B4-BE49-F238E27FC236}">
                <a16:creationId xmlns:a16="http://schemas.microsoft.com/office/drawing/2014/main" id="{FFE0A25E-DFF6-4744-A55C-356BAE6E61A7}"/>
              </a:ext>
            </a:extLst>
          </p:cNvPr>
          <p:cNvSpPr>
            <a:spLocks xmlns:a="http://schemas.openxmlformats.org/drawingml/2006/main" noGrp="1"/>
          </p:cNvSpPr>
          <p:nvPr/>
        </p:nvSpPr>
        <p:spPr>
          <a:xfrm xmlns:a="http://schemas.openxmlformats.org/drawingml/2006/main">
            <a:off x="4905375" y="1790700"/>
            <a:ext cx="409575" cy="923925"/>
          </a:xfrm>
          <a:custGeom xmlns:a="http://schemas.openxmlformats.org/drawingml/2006/main">
            <a:pathLst>
              <a:path w="409575" h="923925">
                <a:moveTo>
                  <a:pt x="409575" y="0"/>
                </a:moveTo>
                <a:lnTo>
                  <a:pt x="0" y="923925"/>
                </a:lnTo>
              </a:path>
            </a:pathLst>
          </a:custGeom>
          <a:noFill xmlns:a="http://schemas.openxmlformats.org/drawingml/2006/main"/>
          <a:ln xmlns:a="http://schemas.openxmlformats.org/drawingml/2006/main" w="15240">
            <a:solidFill>
              <a:srgbClr val="595959"/>
            </a:solidFill>
            <a:prstDash val="solid"/>
          </a:ln>
        </p:spPr>
      </p:sp>
      <p:sp>
        <p:nvSpPr>
          <p:cNvPr id="9" name="arrow HAS_CITATION">
            <a:extLst xmlns:a="http://schemas.openxmlformats.org/drawingml/2006/main">
              <a:ext uri="{FF2B5EF4-FFF2-40B4-BE49-F238E27FC236}">
                <a16:creationId xmlns:a16="http://schemas.microsoft.com/office/drawing/2014/main" id="{DED67BA1-E9BE-4C96-AE85-C3774CD1E9C7}"/>
              </a:ext>
            </a:extLst>
          </p:cNvPr>
          <p:cNvSpPr>
            <a:spLocks xmlns:a="http://schemas.openxmlformats.org/drawingml/2006/main" noGrp="1"/>
          </p:cNvSpPr>
          <p:nvPr/>
        </p:nvSpPr>
        <p:spPr>
          <a:xfrm xmlns:a="http://schemas.openxmlformats.org/drawingml/2006/main">
            <a:off x="4905375" y="2611335"/>
            <a:ext cx="75174" cy="103290"/>
          </a:xfrm>
          <a:custGeom xmlns:a="http://schemas.openxmlformats.org/drawingml/2006/main">
            <a:pathLst>
              <a:path w="75174" h="103290">
                <a:moveTo>
                  <a:pt x="0" y="103290"/>
                </a:moveTo>
                <a:lnTo>
                  <a:pt x="75174" y="32425"/>
                </a:lnTo>
                <a:lnTo>
                  <a:pt x="2029"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0" name="relationship FLAGGED">
            <a:extLst xmlns:a="http://schemas.openxmlformats.org/drawingml/2006/main">
              <a:ext uri="{FF2B5EF4-FFF2-40B4-BE49-F238E27FC236}">
                <a16:creationId xmlns:a16="http://schemas.microsoft.com/office/drawing/2014/main" id="{87049396-E6DB-4225-9CBB-0151E6568370}"/>
              </a:ext>
            </a:extLst>
          </p:cNvPr>
          <p:cNvSpPr>
            <a:spLocks xmlns:a="http://schemas.openxmlformats.org/drawingml/2006/main" noGrp="1"/>
          </p:cNvSpPr>
          <p:nvPr/>
        </p:nvSpPr>
        <p:spPr>
          <a:xfrm xmlns:a="http://schemas.openxmlformats.org/drawingml/2006/main">
            <a:off x="4810125" y="3571875"/>
            <a:ext cx="142875" cy="904875"/>
          </a:xfrm>
          <a:custGeom xmlns:a="http://schemas.openxmlformats.org/drawingml/2006/main">
            <a:pathLst>
              <a:path w="142875" h="904875">
                <a:moveTo>
                  <a:pt x="0" y="0"/>
                </a:moveTo>
                <a:lnTo>
                  <a:pt x="142875" y="904875"/>
                </a:lnTo>
              </a:path>
            </a:pathLst>
          </a:custGeom>
          <a:noFill xmlns:a="http://schemas.openxmlformats.org/drawingml/2006/main"/>
          <a:ln xmlns:a="http://schemas.openxmlformats.org/drawingml/2006/main" w="15240">
            <a:solidFill>
              <a:srgbClr val="595959"/>
            </a:solidFill>
            <a:prstDash val="solid"/>
          </a:ln>
        </p:spPr>
      </p:sp>
      <p:sp>
        <p:nvSpPr>
          <p:cNvPr id="11" name="arrow FLAGGED">
            <a:extLst xmlns:a="http://schemas.openxmlformats.org/drawingml/2006/main">
              <a:ext uri="{FF2B5EF4-FFF2-40B4-BE49-F238E27FC236}">
                <a16:creationId xmlns:a16="http://schemas.microsoft.com/office/drawing/2014/main" id="{F1E9295C-118A-4DAD-A12C-817A8A159D74}"/>
              </a:ext>
            </a:extLst>
          </p:cNvPr>
          <p:cNvSpPr>
            <a:spLocks xmlns:a="http://schemas.openxmlformats.org/drawingml/2006/main" noGrp="1"/>
          </p:cNvSpPr>
          <p:nvPr/>
        </p:nvSpPr>
        <p:spPr>
          <a:xfrm xmlns:a="http://schemas.openxmlformats.org/drawingml/2006/main">
            <a:off x="4898629" y="4376426"/>
            <a:ext cx="79031" cy="100324"/>
          </a:xfrm>
          <a:custGeom xmlns:a="http://schemas.openxmlformats.org/drawingml/2006/main">
            <a:pathLst>
              <a:path w="79031" h="100324">
                <a:moveTo>
                  <a:pt x="54371" y="100324"/>
                </a:moveTo>
                <a:lnTo>
                  <a:pt x="79031" y="0"/>
                </a:lnTo>
                <a:lnTo>
                  <a:pt x="0" y="12479"/>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2" name="relationship CITES">
            <a:extLst xmlns:a="http://schemas.openxmlformats.org/drawingml/2006/main">
              <a:ext uri="{FF2B5EF4-FFF2-40B4-BE49-F238E27FC236}">
                <a16:creationId xmlns:a16="http://schemas.microsoft.com/office/drawing/2014/main" id="{33E41F2F-A956-47F2-A59D-FF6691F720AA}"/>
              </a:ext>
            </a:extLst>
          </p:cNvPr>
          <p:cNvSpPr>
            <a:spLocks xmlns:a="http://schemas.openxmlformats.org/drawingml/2006/main" noGrp="1"/>
          </p:cNvSpPr>
          <p:nvPr/>
        </p:nvSpPr>
        <p:spPr>
          <a:xfrm xmlns:a="http://schemas.openxmlformats.org/drawingml/2006/main">
            <a:off x="6334125" y="3381375"/>
            <a:ext cx="1285875" cy="714375"/>
          </a:xfrm>
          <a:custGeom xmlns:a="http://schemas.openxmlformats.org/drawingml/2006/main">
            <a:pathLst>
              <a:path w="1285875" h="714375">
                <a:moveTo>
                  <a:pt x="0" y="0"/>
                </a:moveTo>
                <a:lnTo>
                  <a:pt x="1285875" y="714375"/>
                </a:lnTo>
              </a:path>
            </a:pathLst>
          </a:custGeom>
          <a:noFill xmlns:a="http://schemas.openxmlformats.org/drawingml/2006/main"/>
          <a:ln xmlns:a="http://schemas.openxmlformats.org/drawingml/2006/main" w="15240">
            <a:solidFill>
              <a:srgbClr val="595959"/>
            </a:solidFill>
            <a:prstDash val="solid"/>
          </a:ln>
        </p:spPr>
      </p:sp>
      <p:sp>
        <p:nvSpPr>
          <p:cNvPr id="13" name="arrow CITES">
            <a:extLst xmlns:a="http://schemas.openxmlformats.org/drawingml/2006/main">
              <a:ext uri="{FF2B5EF4-FFF2-40B4-BE49-F238E27FC236}">
                <a16:creationId xmlns:a16="http://schemas.microsoft.com/office/drawing/2014/main" id="{F12D89C5-39CD-4078-8BA7-84C82255FC6E}"/>
              </a:ext>
            </a:extLst>
          </p:cNvPr>
          <p:cNvSpPr>
            <a:spLocks xmlns:a="http://schemas.openxmlformats.org/drawingml/2006/main" noGrp="1"/>
          </p:cNvSpPr>
          <p:nvPr/>
        </p:nvSpPr>
        <p:spPr>
          <a:xfrm xmlns:a="http://schemas.openxmlformats.org/drawingml/2006/main">
            <a:off x="7517308" y="4014522"/>
            <a:ext cx="102692" cy="81228"/>
          </a:xfrm>
          <a:custGeom xmlns:a="http://schemas.openxmlformats.org/drawingml/2006/main">
            <a:pathLst>
              <a:path w="102692" h="81228">
                <a:moveTo>
                  <a:pt x="102692" y="81228"/>
                </a:moveTo>
                <a:lnTo>
                  <a:pt x="38856" y="0"/>
                </a:lnTo>
                <a:lnTo>
                  <a:pt x="0" y="69941"/>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4" name="relationship credits">
            <a:extLst xmlns:a="http://schemas.openxmlformats.org/drawingml/2006/main">
              <a:ext uri="{FF2B5EF4-FFF2-40B4-BE49-F238E27FC236}">
                <a16:creationId xmlns:a16="http://schemas.microsoft.com/office/drawing/2014/main" id="{773C8ED0-CE69-4DDD-ABDD-697DC72FDA5D}"/>
              </a:ext>
            </a:extLst>
          </p:cNvPr>
          <p:cNvSpPr>
            <a:spLocks xmlns:a="http://schemas.openxmlformats.org/drawingml/2006/main" noGrp="1"/>
          </p:cNvSpPr>
          <p:nvPr/>
        </p:nvSpPr>
        <p:spPr>
          <a:xfrm xmlns:a="http://schemas.openxmlformats.org/drawingml/2006/main">
            <a:off x="8667750" y="3209925"/>
            <a:ext cx="142875" cy="885825"/>
          </a:xfrm>
          <a:custGeom xmlns:a="http://schemas.openxmlformats.org/drawingml/2006/main">
            <a:pathLst>
              <a:path w="142875" h="885825">
                <a:moveTo>
                  <a:pt x="142875" y="0"/>
                </a:moveTo>
                <a:lnTo>
                  <a:pt x="0" y="885825"/>
                </a:lnTo>
              </a:path>
            </a:pathLst>
          </a:custGeom>
          <a:noFill xmlns:a="http://schemas.openxmlformats.org/drawingml/2006/main"/>
          <a:ln xmlns:a="http://schemas.openxmlformats.org/drawingml/2006/main" w="15240">
            <a:solidFill>
              <a:srgbClr val="595959"/>
            </a:solidFill>
            <a:prstDash val="solid"/>
          </a:ln>
        </p:spPr>
      </p:sp>
      <p:sp>
        <p:nvSpPr>
          <p:cNvPr id="15" name="arrow credits">
            <a:extLst xmlns:a="http://schemas.openxmlformats.org/drawingml/2006/main">
              <a:ext uri="{FF2B5EF4-FFF2-40B4-BE49-F238E27FC236}">
                <a16:creationId xmlns:a16="http://schemas.microsoft.com/office/drawing/2014/main" id="{8D36049E-8402-426F-B11E-1ABCF981057D}"/>
              </a:ext>
            </a:extLst>
          </p:cNvPr>
          <p:cNvSpPr>
            <a:spLocks xmlns:a="http://schemas.openxmlformats.org/drawingml/2006/main" noGrp="1"/>
          </p:cNvSpPr>
          <p:nvPr/>
        </p:nvSpPr>
        <p:spPr>
          <a:xfrm xmlns:a="http://schemas.openxmlformats.org/drawingml/2006/main">
            <a:off x="8643422" y="3995345"/>
            <a:ext cx="78989" cy="100405"/>
          </a:xfrm>
          <a:custGeom xmlns:a="http://schemas.openxmlformats.org/drawingml/2006/main">
            <a:pathLst>
              <a:path w="78989" h="100405">
                <a:moveTo>
                  <a:pt x="24328" y="100405"/>
                </a:moveTo>
                <a:lnTo>
                  <a:pt x="78989" y="12740"/>
                </a:lnTo>
                <a:lnTo>
                  <a:pt x="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6" name="relationship resource_links">
            <a:extLst xmlns:a="http://schemas.openxmlformats.org/drawingml/2006/main">
              <a:ext uri="{FF2B5EF4-FFF2-40B4-BE49-F238E27FC236}">
                <a16:creationId xmlns:a16="http://schemas.microsoft.com/office/drawing/2014/main" id="{E2E06DDB-DCDD-4EF9-BDBE-8215DA28E4EB}"/>
              </a:ext>
            </a:extLst>
          </p:cNvPr>
          <p:cNvSpPr>
            <a:spLocks xmlns:a="http://schemas.openxmlformats.org/drawingml/2006/main" noGrp="1"/>
          </p:cNvSpPr>
          <p:nvPr/>
        </p:nvSpPr>
        <p:spPr>
          <a:xfrm xmlns:a="http://schemas.openxmlformats.org/drawingml/2006/main">
            <a:off x="10144125" y="4362450"/>
            <a:ext cx="523875" cy="476250"/>
          </a:xfrm>
          <a:custGeom xmlns:a="http://schemas.openxmlformats.org/drawingml/2006/main">
            <a:pathLst>
              <a:path w="523875" h="476250">
                <a:moveTo>
                  <a:pt x="0" y="0"/>
                </a:moveTo>
                <a:cubicBezTo>
                  <a:pt x="523875" y="0"/>
                  <a:pt x="523875" y="476250"/>
                  <a:pt x="0" y="476250"/>
                </a:cubicBezTo>
              </a:path>
            </a:pathLst>
          </a:custGeom>
          <a:noFill xmlns:a="http://schemas.openxmlformats.org/drawingml/2006/main"/>
          <a:ln xmlns:a="http://schemas.openxmlformats.org/drawingml/2006/main" w="15240">
            <a:solidFill>
              <a:srgbClr val="595959"/>
            </a:solidFill>
            <a:prstDash val="solid"/>
          </a:ln>
        </p:spPr>
      </p:sp>
      <p:sp>
        <p:nvSpPr>
          <p:cNvPr id="17" name="arrow resource_links">
            <a:extLst xmlns:a="http://schemas.openxmlformats.org/drawingml/2006/main">
              <a:ext uri="{FF2B5EF4-FFF2-40B4-BE49-F238E27FC236}">
                <a16:creationId xmlns:a16="http://schemas.microsoft.com/office/drawing/2014/main" id="{58F347F8-E84E-4227-8DA8-0A50EB2C670D}"/>
              </a:ext>
            </a:extLst>
          </p:cNvPr>
          <p:cNvSpPr>
            <a:spLocks xmlns:a="http://schemas.openxmlformats.org/drawingml/2006/main" noGrp="1"/>
          </p:cNvSpPr>
          <p:nvPr/>
        </p:nvSpPr>
        <p:spPr>
          <a:xfrm xmlns:a="http://schemas.openxmlformats.org/drawingml/2006/main">
            <a:off x="10144125" y="479869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8" name="relationship AVAILABLE_AT">
            <a:extLst xmlns:a="http://schemas.openxmlformats.org/drawingml/2006/main">
              <a:ext uri="{FF2B5EF4-FFF2-40B4-BE49-F238E27FC236}">
                <a16:creationId xmlns:a16="http://schemas.microsoft.com/office/drawing/2014/main" id="{A55CD40B-2E77-4BC9-920E-F4BCA1E92874}"/>
              </a:ext>
            </a:extLst>
          </p:cNvPr>
          <p:cNvSpPr>
            <a:spLocks xmlns:a="http://schemas.openxmlformats.org/drawingml/2006/main" noGrp="1"/>
          </p:cNvSpPr>
          <p:nvPr/>
        </p:nvSpPr>
        <p:spPr>
          <a:xfrm xmlns:a="http://schemas.openxmlformats.org/drawingml/2006/main">
            <a:off x="6191250" y="5124450"/>
            <a:ext cx="1333500" cy="876300"/>
          </a:xfrm>
          <a:custGeom xmlns:a="http://schemas.openxmlformats.org/drawingml/2006/main">
            <a:pathLst>
              <a:path w="1333500" h="876300">
                <a:moveTo>
                  <a:pt x="1333500" y="0"/>
                </a:moveTo>
                <a:cubicBezTo>
                  <a:pt x="238125" y="285750"/>
                  <a:pt x="0" y="590550"/>
                  <a:pt x="142875" y="876300"/>
                </a:cubicBezTo>
              </a:path>
            </a:pathLst>
          </a:custGeom>
          <a:noFill xmlns:a="http://schemas.openxmlformats.org/drawingml/2006/main"/>
          <a:ln xmlns:a="http://schemas.openxmlformats.org/drawingml/2006/main" w="15240">
            <a:solidFill>
              <a:srgbClr val="595959"/>
            </a:solidFill>
            <a:prstDash val="solid"/>
          </a:ln>
        </p:spPr>
      </p:sp>
      <p:sp>
        <p:nvSpPr>
          <p:cNvPr id="19" name="arrow AVAILABLE_AT">
            <a:extLst xmlns:a="http://schemas.openxmlformats.org/drawingml/2006/main">
              <a:ext uri="{FF2B5EF4-FFF2-40B4-BE49-F238E27FC236}">
                <a16:creationId xmlns:a16="http://schemas.microsoft.com/office/drawing/2014/main" id="{745DB690-DF46-44D9-87FA-4D0293A2982B}"/>
              </a:ext>
            </a:extLst>
          </p:cNvPr>
          <p:cNvSpPr>
            <a:spLocks xmlns:a="http://schemas.openxmlformats.org/drawingml/2006/main" noGrp="1"/>
          </p:cNvSpPr>
          <p:nvPr/>
        </p:nvSpPr>
        <p:spPr>
          <a:xfrm xmlns:a="http://schemas.openxmlformats.org/drawingml/2006/main">
            <a:off x="6255746" y="5897665"/>
            <a:ext cx="78379" cy="103085"/>
          </a:xfrm>
          <a:custGeom xmlns:a="http://schemas.openxmlformats.org/drawingml/2006/main">
            <a:pathLst>
              <a:path w="78379" h="103085">
                <a:moveTo>
                  <a:pt x="78379" y="103085"/>
                </a:moveTo>
                <a:lnTo>
                  <a:pt x="71563" y="0"/>
                </a:lnTo>
                <a:lnTo>
                  <a:pt x="0" y="35782"/>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0" name="relationship HAS_FORMAT">
            <a:extLst xmlns:a="http://schemas.openxmlformats.org/drawingml/2006/main">
              <a:ext uri="{FF2B5EF4-FFF2-40B4-BE49-F238E27FC236}">
                <a16:creationId xmlns:a16="http://schemas.microsoft.com/office/drawing/2014/main" id="{0EF50523-4667-4533-82B4-688E726CE7F3}"/>
              </a:ext>
            </a:extLst>
          </p:cNvPr>
          <p:cNvSpPr>
            <a:spLocks xmlns:a="http://schemas.openxmlformats.org/drawingml/2006/main" noGrp="1"/>
          </p:cNvSpPr>
          <p:nvPr/>
        </p:nvSpPr>
        <p:spPr>
          <a:xfrm xmlns:a="http://schemas.openxmlformats.org/drawingml/2006/main">
            <a:off x="8239125" y="5124450"/>
            <a:ext cx="285750" cy="1323975"/>
          </a:xfrm>
          <a:custGeom xmlns:a="http://schemas.openxmlformats.org/drawingml/2006/main">
            <a:pathLst>
              <a:path w="285750" h="1323975">
                <a:moveTo>
                  <a:pt x="0" y="0"/>
                </a:moveTo>
                <a:lnTo>
                  <a:pt x="0" y="1323975"/>
                </a:lnTo>
                <a:lnTo>
                  <a:pt x="285750" y="1323975"/>
                </a:lnTo>
              </a:path>
            </a:pathLst>
          </a:custGeom>
          <a:noFill xmlns:a="http://schemas.openxmlformats.org/drawingml/2006/main"/>
          <a:ln xmlns:a="http://schemas.openxmlformats.org/drawingml/2006/main" w="15240">
            <a:solidFill>
              <a:srgbClr val="595959"/>
            </a:solidFill>
            <a:prstDash val="solid"/>
          </a:ln>
        </p:spPr>
      </p:sp>
      <p:sp>
        <p:nvSpPr>
          <p:cNvPr id="21" name="arrow HAS_FORMAT">
            <a:extLst xmlns:a="http://schemas.openxmlformats.org/drawingml/2006/main">
              <a:ext uri="{FF2B5EF4-FFF2-40B4-BE49-F238E27FC236}">
                <a16:creationId xmlns:a16="http://schemas.microsoft.com/office/drawing/2014/main" id="{D6254CA0-372B-438C-A3C5-FE9493D13C9D}"/>
              </a:ext>
            </a:extLst>
          </p:cNvPr>
          <p:cNvSpPr>
            <a:spLocks xmlns:a="http://schemas.openxmlformats.org/drawingml/2006/main" noGrp="1"/>
          </p:cNvSpPr>
          <p:nvPr/>
        </p:nvSpPr>
        <p:spPr>
          <a:xfrm xmlns:a="http://schemas.openxmlformats.org/drawingml/2006/main">
            <a:off x="8429625" y="6408420"/>
            <a:ext cx="95250" cy="80010"/>
          </a:xfrm>
          <a:custGeom xmlns:a="http://schemas.openxmlformats.org/drawingml/2006/main">
            <a:pathLst>
              <a:path w="95250" h="80010">
                <a:moveTo>
                  <a:pt x="95250" y="40005"/>
                </a:moveTo>
                <a:lnTo>
                  <a:pt x="0" y="0"/>
                </a:lnTo>
                <a:lnTo>
                  <a:pt x="0" y="8001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2" name="relationship ABOUT">
            <a:extLst xmlns:a="http://schemas.openxmlformats.org/drawingml/2006/main">
              <a:ext uri="{FF2B5EF4-FFF2-40B4-BE49-F238E27FC236}">
                <a16:creationId xmlns:a16="http://schemas.microsoft.com/office/drawing/2014/main" id="{B17B3901-842D-4F0D-994A-088ECD3894ED}"/>
              </a:ext>
            </a:extLst>
          </p:cNvPr>
          <p:cNvSpPr>
            <a:spLocks xmlns:a="http://schemas.openxmlformats.org/drawingml/2006/main" noGrp="1"/>
          </p:cNvSpPr>
          <p:nvPr/>
        </p:nvSpPr>
        <p:spPr>
          <a:xfrm xmlns:a="http://schemas.openxmlformats.org/drawingml/2006/main">
            <a:off x="9334500" y="5124450"/>
            <a:ext cx="1905000" cy="971550"/>
          </a:xfrm>
          <a:custGeom xmlns:a="http://schemas.openxmlformats.org/drawingml/2006/main">
            <a:pathLst>
              <a:path w="1905000" h="971550">
                <a:moveTo>
                  <a:pt x="0" y="0"/>
                </a:moveTo>
                <a:lnTo>
                  <a:pt x="1905000" y="971550"/>
                </a:lnTo>
              </a:path>
            </a:pathLst>
          </a:custGeom>
          <a:noFill xmlns:a="http://schemas.openxmlformats.org/drawingml/2006/main"/>
          <a:ln xmlns:a="http://schemas.openxmlformats.org/drawingml/2006/main" w="15240">
            <a:solidFill>
              <a:srgbClr val="595959"/>
            </a:solidFill>
            <a:prstDash val="solid"/>
          </a:ln>
        </p:spPr>
      </p:sp>
      <p:sp>
        <p:nvSpPr>
          <p:cNvPr id="23" name="arrow ABOUT">
            <a:extLst xmlns:a="http://schemas.openxmlformats.org/drawingml/2006/main">
              <a:ext uri="{FF2B5EF4-FFF2-40B4-BE49-F238E27FC236}">
                <a16:creationId xmlns:a16="http://schemas.microsoft.com/office/drawing/2014/main" id="{CB741F8B-9A94-4A5F-AF4A-6782103A0DAF}"/>
              </a:ext>
            </a:extLst>
          </p:cNvPr>
          <p:cNvSpPr>
            <a:spLocks xmlns:a="http://schemas.openxmlformats.org/drawingml/2006/main" noGrp="1"/>
          </p:cNvSpPr>
          <p:nvPr/>
        </p:nvSpPr>
        <p:spPr>
          <a:xfrm xmlns:a="http://schemas.openxmlformats.org/drawingml/2006/main">
            <a:off x="11136473" y="6017088"/>
            <a:ext cx="103027" cy="78912"/>
          </a:xfrm>
          <a:custGeom xmlns:a="http://schemas.openxmlformats.org/drawingml/2006/main">
            <a:pathLst>
              <a:path w="103027" h="78912">
                <a:moveTo>
                  <a:pt x="103027" y="78912"/>
                </a:moveTo>
                <a:lnTo>
                  <a:pt x="36351" y="0"/>
                </a:lnTo>
                <a:lnTo>
                  <a:pt x="0" y="71276"/>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4" name="relationship FOR_AUDIENCE">
            <a:extLst xmlns:a="http://schemas.openxmlformats.org/drawingml/2006/main">
              <a:ext uri="{FF2B5EF4-FFF2-40B4-BE49-F238E27FC236}">
                <a16:creationId xmlns:a16="http://schemas.microsoft.com/office/drawing/2014/main" id="{6D3EE770-3E20-42E8-AB82-0F012EDD690C}"/>
              </a:ext>
            </a:extLst>
          </p:cNvPr>
          <p:cNvSpPr>
            <a:spLocks xmlns:a="http://schemas.openxmlformats.org/drawingml/2006/main" noGrp="1"/>
          </p:cNvSpPr>
          <p:nvPr/>
        </p:nvSpPr>
        <p:spPr>
          <a:xfrm xmlns:a="http://schemas.openxmlformats.org/drawingml/2006/main">
            <a:off x="10144125" y="4953000"/>
            <a:ext cx="3238500" cy="1143000"/>
          </a:xfrm>
          <a:custGeom xmlns:a="http://schemas.openxmlformats.org/drawingml/2006/main">
            <a:pathLst>
              <a:path w="3238500" h="1143000">
                <a:moveTo>
                  <a:pt x="0" y="0"/>
                </a:moveTo>
                <a:lnTo>
                  <a:pt x="3238500" y="1143000"/>
                </a:lnTo>
              </a:path>
            </a:pathLst>
          </a:custGeom>
          <a:noFill xmlns:a="http://schemas.openxmlformats.org/drawingml/2006/main"/>
          <a:ln xmlns:a="http://schemas.openxmlformats.org/drawingml/2006/main" w="15240">
            <a:solidFill>
              <a:srgbClr val="595959"/>
            </a:solidFill>
            <a:prstDash val="solid"/>
          </a:ln>
        </p:spPr>
      </p:sp>
      <p:sp>
        <p:nvSpPr>
          <p:cNvPr id="25" name="arrow FOR_AUDIENCE">
            <a:extLst xmlns:a="http://schemas.openxmlformats.org/drawingml/2006/main">
              <a:ext uri="{FF2B5EF4-FFF2-40B4-BE49-F238E27FC236}">
                <a16:creationId xmlns:a16="http://schemas.microsoft.com/office/drawing/2014/main" id="{09510314-3C0C-4B23-87C7-0B98B4B8FACC}"/>
              </a:ext>
            </a:extLst>
          </p:cNvPr>
          <p:cNvSpPr>
            <a:spLocks xmlns:a="http://schemas.openxmlformats.org/drawingml/2006/main" noGrp="1"/>
          </p:cNvSpPr>
          <p:nvPr/>
        </p:nvSpPr>
        <p:spPr>
          <a:xfrm xmlns:a="http://schemas.openxmlformats.org/drawingml/2006/main">
            <a:off x="13279491" y="6026575"/>
            <a:ext cx="103134" cy="75449"/>
          </a:xfrm>
          <a:custGeom xmlns:a="http://schemas.openxmlformats.org/drawingml/2006/main">
            <a:pathLst>
              <a:path w="103134" h="75449">
                <a:moveTo>
                  <a:pt x="103134" y="69425"/>
                </a:moveTo>
                <a:lnTo>
                  <a:pt x="26629" y="0"/>
                </a:lnTo>
                <a:lnTo>
                  <a:pt x="0" y="75449"/>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6" name="relationship lists_topic">
            <a:extLst xmlns:a="http://schemas.openxmlformats.org/drawingml/2006/main">
              <a:ext uri="{FF2B5EF4-FFF2-40B4-BE49-F238E27FC236}">
                <a16:creationId xmlns:a16="http://schemas.microsoft.com/office/drawing/2014/main" id="{EB5EEE64-856E-4ABB-8136-749D1E9F48B5}"/>
              </a:ext>
            </a:extLst>
          </p:cNvPr>
          <p:cNvSpPr>
            <a:spLocks xmlns:a="http://schemas.openxmlformats.org/drawingml/2006/main" noGrp="1"/>
          </p:cNvSpPr>
          <p:nvPr/>
        </p:nvSpPr>
        <p:spPr>
          <a:xfrm xmlns:a="http://schemas.openxmlformats.org/drawingml/2006/main">
            <a:off x="6572250" y="1647825"/>
            <a:ext cx="6000750" cy="4448175"/>
          </a:xfrm>
          <a:custGeom xmlns:a="http://schemas.openxmlformats.org/drawingml/2006/main">
            <a:pathLst>
              <a:path w="6000750" h="4448175">
                <a:moveTo>
                  <a:pt x="0" y="0"/>
                </a:moveTo>
                <a:cubicBezTo>
                  <a:pt x="3048000" y="0"/>
                  <a:pt x="6000750" y="180975"/>
                  <a:pt x="6000750" y="1733550"/>
                </a:cubicBezTo>
                <a:lnTo>
                  <a:pt x="6000750" y="3810000"/>
                </a:lnTo>
                <a:lnTo>
                  <a:pt x="4686300" y="3810000"/>
                </a:lnTo>
                <a:lnTo>
                  <a:pt x="4686300" y="4448175"/>
                </a:lnTo>
              </a:path>
            </a:pathLst>
          </a:custGeom>
          <a:noFill xmlns:a="http://schemas.openxmlformats.org/drawingml/2006/main"/>
          <a:ln xmlns:a="http://schemas.openxmlformats.org/drawingml/2006/main" w="15240">
            <a:solidFill>
              <a:srgbClr val="595959"/>
            </a:solidFill>
            <a:prstDash val="dot"/>
          </a:ln>
        </p:spPr>
      </p:sp>
      <p:sp>
        <p:nvSpPr>
          <p:cNvPr id="27" name="arrow lists_topic">
            <a:extLst xmlns:a="http://schemas.openxmlformats.org/drawingml/2006/main">
              <a:ext uri="{FF2B5EF4-FFF2-40B4-BE49-F238E27FC236}">
                <a16:creationId xmlns:a16="http://schemas.microsoft.com/office/drawing/2014/main" id="{DAA962F3-6CEE-4C1E-A5F2-330DF47D6754}"/>
              </a:ext>
            </a:extLst>
          </p:cNvPr>
          <p:cNvSpPr>
            <a:spLocks xmlns:a="http://schemas.openxmlformats.org/drawingml/2006/main" noGrp="1"/>
          </p:cNvSpPr>
          <p:nvPr/>
        </p:nvSpPr>
        <p:spPr>
          <a:xfrm xmlns:a="http://schemas.openxmlformats.org/drawingml/2006/main">
            <a:off x="11218545" y="60007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8" name="relationship lists_audience">
            <a:extLst xmlns:a="http://schemas.openxmlformats.org/drawingml/2006/main">
              <a:ext uri="{FF2B5EF4-FFF2-40B4-BE49-F238E27FC236}">
                <a16:creationId xmlns:a16="http://schemas.microsoft.com/office/drawing/2014/main" id="{054574D1-8F70-4A8E-9B81-79F104CD23B8}"/>
              </a:ext>
            </a:extLst>
          </p:cNvPr>
          <p:cNvSpPr>
            <a:spLocks xmlns:a="http://schemas.openxmlformats.org/drawingml/2006/main" noGrp="1"/>
          </p:cNvSpPr>
          <p:nvPr/>
        </p:nvSpPr>
        <p:spPr>
          <a:xfrm xmlns:a="http://schemas.openxmlformats.org/drawingml/2006/main">
            <a:off x="6572250" y="1457325"/>
            <a:ext cx="7239000" cy="4638675"/>
          </a:xfrm>
          <a:custGeom xmlns:a="http://schemas.openxmlformats.org/drawingml/2006/main">
            <a:pathLst>
              <a:path w="7239000" h="4638675">
                <a:moveTo>
                  <a:pt x="0" y="0"/>
                </a:moveTo>
                <a:cubicBezTo>
                  <a:pt x="4095750" y="0"/>
                  <a:pt x="7239000" y="409575"/>
                  <a:pt x="7239000" y="2019300"/>
                </a:cubicBezTo>
                <a:lnTo>
                  <a:pt x="7239000" y="4638675"/>
                </a:lnTo>
              </a:path>
            </a:pathLst>
          </a:custGeom>
          <a:noFill xmlns:a="http://schemas.openxmlformats.org/drawingml/2006/main"/>
          <a:ln xmlns:a="http://schemas.openxmlformats.org/drawingml/2006/main" w="15240">
            <a:solidFill>
              <a:srgbClr val="595959"/>
            </a:solidFill>
            <a:prstDash val="dot"/>
          </a:ln>
        </p:spPr>
      </p:sp>
      <p:sp>
        <p:nvSpPr>
          <p:cNvPr id="29" name="arrow lists_audience">
            <a:extLst xmlns:a="http://schemas.openxmlformats.org/drawingml/2006/main">
              <a:ext uri="{FF2B5EF4-FFF2-40B4-BE49-F238E27FC236}">
                <a16:creationId xmlns:a16="http://schemas.microsoft.com/office/drawing/2014/main" id="{3ED47798-25D7-40D7-9AB6-0F44CFF6AB65}"/>
              </a:ext>
            </a:extLst>
          </p:cNvPr>
          <p:cNvSpPr>
            <a:spLocks xmlns:a="http://schemas.openxmlformats.org/drawingml/2006/main" noGrp="1"/>
          </p:cNvSpPr>
          <p:nvPr/>
        </p:nvSpPr>
        <p:spPr>
          <a:xfrm xmlns:a="http://schemas.openxmlformats.org/drawingml/2006/main">
            <a:off x="13771245" y="60007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0" name="relationship lists_age">
            <a:extLst xmlns:a="http://schemas.openxmlformats.org/drawingml/2006/main">
              <a:ext uri="{FF2B5EF4-FFF2-40B4-BE49-F238E27FC236}">
                <a16:creationId xmlns:a16="http://schemas.microsoft.com/office/drawing/2014/main" id="{070D4286-CB8C-49F7-9867-15B581553B4C}"/>
              </a:ext>
            </a:extLst>
          </p:cNvPr>
          <p:cNvSpPr>
            <a:spLocks xmlns:a="http://schemas.openxmlformats.org/drawingml/2006/main" noGrp="1"/>
          </p:cNvSpPr>
          <p:nvPr/>
        </p:nvSpPr>
        <p:spPr>
          <a:xfrm xmlns:a="http://schemas.openxmlformats.org/drawingml/2006/main">
            <a:off x="6572250" y="1266825"/>
            <a:ext cx="8429625" cy="6334125"/>
          </a:xfrm>
          <a:custGeom xmlns:a="http://schemas.openxmlformats.org/drawingml/2006/main">
            <a:pathLst>
              <a:path w="8429625" h="6334125">
                <a:moveTo>
                  <a:pt x="0" y="0"/>
                </a:moveTo>
                <a:cubicBezTo>
                  <a:pt x="4953000" y="0"/>
                  <a:pt x="8429625" y="495300"/>
                  <a:pt x="8429625" y="2209800"/>
                </a:cubicBezTo>
                <a:lnTo>
                  <a:pt x="8429625" y="6334125"/>
                </a:lnTo>
                <a:lnTo>
                  <a:pt x="8096250" y="6334125"/>
                </a:lnTo>
              </a:path>
            </a:pathLst>
          </a:custGeom>
          <a:noFill xmlns:a="http://schemas.openxmlformats.org/drawingml/2006/main"/>
          <a:ln xmlns:a="http://schemas.openxmlformats.org/drawingml/2006/main" w="15240">
            <a:solidFill>
              <a:srgbClr val="595959"/>
            </a:solidFill>
            <a:prstDash val="dot"/>
          </a:ln>
        </p:spPr>
      </p:sp>
      <p:sp>
        <p:nvSpPr>
          <p:cNvPr id="31" name="arrow lists_age">
            <a:extLst xmlns:a="http://schemas.openxmlformats.org/drawingml/2006/main">
              <a:ext uri="{FF2B5EF4-FFF2-40B4-BE49-F238E27FC236}">
                <a16:creationId xmlns:a16="http://schemas.microsoft.com/office/drawing/2014/main" id="{B3666AAD-8906-4044-84EB-332EE26B6383}"/>
              </a:ext>
            </a:extLst>
          </p:cNvPr>
          <p:cNvSpPr>
            <a:spLocks xmlns:a="http://schemas.openxmlformats.org/drawingml/2006/main" noGrp="1"/>
          </p:cNvSpPr>
          <p:nvPr/>
        </p:nvSpPr>
        <p:spPr>
          <a:xfrm xmlns:a="http://schemas.openxmlformats.org/drawingml/2006/main">
            <a:off x="14668500" y="756094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2" name="relationship DEFINED_BY">
            <a:extLst xmlns:a="http://schemas.openxmlformats.org/drawingml/2006/main">
              <a:ext uri="{FF2B5EF4-FFF2-40B4-BE49-F238E27FC236}">
                <a16:creationId xmlns:a16="http://schemas.microsoft.com/office/drawing/2014/main" id="{7D9542F5-7BFA-4409-86C8-A3ADA2BD77E1}"/>
              </a:ext>
            </a:extLst>
          </p:cNvPr>
          <p:cNvSpPr>
            <a:spLocks xmlns:a="http://schemas.openxmlformats.org/drawingml/2006/main" noGrp="1"/>
          </p:cNvSpPr>
          <p:nvPr/>
        </p:nvSpPr>
        <p:spPr>
          <a:xfrm xmlns:a="http://schemas.openxmlformats.org/drawingml/2006/main">
            <a:off x="13525500" y="6800850"/>
            <a:ext cx="238125" cy="438150"/>
          </a:xfrm>
          <a:custGeom xmlns:a="http://schemas.openxmlformats.org/drawingml/2006/main">
            <a:pathLst>
              <a:path w="238125" h="438150">
                <a:moveTo>
                  <a:pt x="238125" y="0"/>
                </a:moveTo>
                <a:lnTo>
                  <a:pt x="0" y="438150"/>
                </a:lnTo>
              </a:path>
            </a:pathLst>
          </a:custGeom>
          <a:noFill xmlns:a="http://schemas.openxmlformats.org/drawingml/2006/main"/>
          <a:ln xmlns:a="http://schemas.openxmlformats.org/drawingml/2006/main" w="15240">
            <a:solidFill>
              <a:srgbClr val="595959"/>
            </a:solidFill>
            <a:prstDash val="solid"/>
          </a:ln>
        </p:spPr>
      </p:sp>
      <p:sp>
        <p:nvSpPr>
          <p:cNvPr id="33" name="arrow DEFINED_BY">
            <a:extLst xmlns:a="http://schemas.openxmlformats.org/drawingml/2006/main">
              <a:ext uri="{FF2B5EF4-FFF2-40B4-BE49-F238E27FC236}">
                <a16:creationId xmlns:a16="http://schemas.microsoft.com/office/drawing/2014/main" id="{13C5C4F2-37D7-4F0F-AAFE-FB1DD987DD18}"/>
              </a:ext>
            </a:extLst>
          </p:cNvPr>
          <p:cNvSpPr>
            <a:spLocks xmlns:a="http://schemas.openxmlformats.org/drawingml/2006/main" noGrp="1"/>
          </p:cNvSpPr>
          <p:nvPr/>
        </p:nvSpPr>
        <p:spPr>
          <a:xfrm xmlns:a="http://schemas.openxmlformats.org/drawingml/2006/main">
            <a:off x="13525500" y="7136208"/>
            <a:ext cx="80633" cy="102792"/>
          </a:xfrm>
          <a:custGeom xmlns:a="http://schemas.openxmlformats.org/drawingml/2006/main">
            <a:pathLst>
              <a:path w="80633" h="102792">
                <a:moveTo>
                  <a:pt x="0" y="102792"/>
                </a:moveTo>
                <a:lnTo>
                  <a:pt x="80633" y="38206"/>
                </a:lnTo>
                <a:lnTo>
                  <a:pt x="10334"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4" name="relationship IN_GROUP">
            <a:extLst xmlns:a="http://schemas.openxmlformats.org/drawingml/2006/main">
              <a:ext uri="{FF2B5EF4-FFF2-40B4-BE49-F238E27FC236}">
                <a16:creationId xmlns:a16="http://schemas.microsoft.com/office/drawing/2014/main" id="{0A1C2E2C-0FEA-4200-9143-828B336D9450}"/>
              </a:ext>
            </a:extLst>
          </p:cNvPr>
          <p:cNvSpPr>
            <a:spLocks xmlns:a="http://schemas.openxmlformats.org/drawingml/2006/main" noGrp="1"/>
          </p:cNvSpPr>
          <p:nvPr/>
        </p:nvSpPr>
        <p:spPr>
          <a:xfrm xmlns:a="http://schemas.openxmlformats.org/drawingml/2006/main">
            <a:off x="10287000" y="6800850"/>
            <a:ext cx="809625" cy="438150"/>
          </a:xfrm>
          <a:custGeom xmlns:a="http://schemas.openxmlformats.org/drawingml/2006/main">
            <a:pathLst>
              <a:path w="809625" h="438150">
                <a:moveTo>
                  <a:pt x="809625" y="0"/>
                </a:moveTo>
                <a:lnTo>
                  <a:pt x="0" y="438150"/>
                </a:lnTo>
              </a:path>
            </a:pathLst>
          </a:custGeom>
          <a:noFill xmlns:a="http://schemas.openxmlformats.org/drawingml/2006/main"/>
          <a:ln xmlns:a="http://schemas.openxmlformats.org/drawingml/2006/main" w="15240">
            <a:solidFill>
              <a:srgbClr val="595959"/>
            </a:solidFill>
            <a:prstDash val="dash"/>
          </a:ln>
        </p:spPr>
      </p:sp>
      <p:sp>
        <p:nvSpPr>
          <p:cNvPr id="35" name="arrow IN_GROUP">
            <a:extLst xmlns:a="http://schemas.openxmlformats.org/drawingml/2006/main">
              <a:ext uri="{FF2B5EF4-FFF2-40B4-BE49-F238E27FC236}">
                <a16:creationId xmlns:a16="http://schemas.microsoft.com/office/drawing/2014/main" id="{ED382CE7-F241-4712-81AB-0278EC4A9E2E}"/>
              </a:ext>
            </a:extLst>
          </p:cNvPr>
          <p:cNvSpPr>
            <a:spLocks xmlns:a="http://schemas.openxmlformats.org/drawingml/2006/main" noGrp="1"/>
          </p:cNvSpPr>
          <p:nvPr/>
        </p:nvSpPr>
        <p:spPr>
          <a:xfrm xmlns:a="http://schemas.openxmlformats.org/drawingml/2006/main">
            <a:off x="10287000" y="7158482"/>
            <a:ext cx="102810" cy="80518"/>
          </a:xfrm>
          <a:custGeom xmlns:a="http://schemas.openxmlformats.org/drawingml/2006/main">
            <a:pathLst>
              <a:path w="102810" h="80518">
                <a:moveTo>
                  <a:pt x="0" y="80518"/>
                </a:moveTo>
                <a:lnTo>
                  <a:pt x="102810" y="70367"/>
                </a:lnTo>
                <a:lnTo>
                  <a:pt x="64729"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6" name="node SourceDocument">
            <a:extLst xmlns:a="http://schemas.openxmlformats.org/drawingml/2006/main">
              <a:ext uri="{FF2B5EF4-FFF2-40B4-BE49-F238E27FC236}">
                <a16:creationId xmlns:a16="http://schemas.microsoft.com/office/drawing/2014/main" id="{1A5378A2-5587-40B0-995E-C4A3B540AC33}"/>
              </a:ext>
            </a:extLst>
          </p:cNvPr>
          <p:cNvSpPr>
            <a:spLocks xmlns:a="http://schemas.openxmlformats.org/drawingml/2006/main" noGrp="1"/>
          </p:cNvSpPr>
          <p:nvPr/>
        </p:nvSpPr>
        <p:spPr>
          <a:xfrm xmlns:a="http://schemas.openxmlformats.org/drawingml/2006/main">
            <a:off x="4095750" y="1047750"/>
            <a:ext cx="2476500" cy="742950"/>
          </a:xfrm>
          <a:prstGeom xmlns:a="http://schemas.openxmlformats.org/drawingml/2006/main" prst="roundRect">
            <a:avLst>
              <a:gd name="adj" fmla="val 25641"/>
            </a:avLst>
          </a:prstGeom>
          <a:solidFill xmlns:a="http://schemas.openxmlformats.org/drawingml/2006/main">
            <a:srgbClr val="DCEAF2"/>
          </a:solidFill>
          <a:ln xmlns:a="http://schemas.openxmlformats.org/drawingml/2006/main" w="17145">
            <a:solidFill>
              <a:srgbClr val="4D829D"/>
            </a:solidFill>
            <a:prstDash val="solid"/>
          </a:ln>
        </p:spPr>
      </p:sp>
      <p:sp>
        <p:nvSpPr>
          <p:cNvPr id="37" name="node title SourceDocument">
            <a:extLst xmlns:a="http://schemas.openxmlformats.org/drawingml/2006/main">
              <a:ext uri="{FF2B5EF4-FFF2-40B4-BE49-F238E27FC236}">
                <a16:creationId xmlns:a16="http://schemas.microsoft.com/office/drawing/2014/main" id="{700E54E0-A9B5-4123-BFAD-5F940184646B}"/>
              </a:ext>
            </a:extLst>
          </p:cNvPr>
          <p:cNvSpPr>
            <a:spLocks xmlns:a="http://schemas.openxmlformats.org/drawingml/2006/main" noGrp="1"/>
          </p:cNvSpPr>
          <p:nvPr/>
        </p:nvSpPr>
        <p:spPr>
          <a:xfrm xmlns:a="http://schemas.openxmlformats.org/drawingml/2006/main">
            <a:off x="4162425" y="110490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SourceDocument (1)</a:t>
            </a:r>
          </a:p>
        </p:txBody>
      </p:sp>
      <p:sp>
        <p:nvSpPr>
          <p:cNvPr id="38" name="attribute SourceDocument 0">
            <a:extLst xmlns:a="http://schemas.openxmlformats.org/drawingml/2006/main">
              <a:ext uri="{FF2B5EF4-FFF2-40B4-BE49-F238E27FC236}">
                <a16:creationId xmlns:a16="http://schemas.microsoft.com/office/drawing/2014/main" id="{2C9ACBCC-1DD5-48AB-ACCF-1846BEC7CC18}"/>
              </a:ext>
            </a:extLst>
          </p:cNvPr>
          <p:cNvSpPr>
            <a:spLocks xmlns:a="http://schemas.openxmlformats.org/drawingml/2006/main" noGrp="1"/>
          </p:cNvSpPr>
          <p:nvPr/>
        </p:nvSpPr>
        <p:spPr>
          <a:xfrm xmlns:a="http://schemas.openxmlformats.org/drawingml/2006/main">
            <a:off x="4152900" y="1452563"/>
            <a:ext cx="2362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filename, sha256</a:t>
            </a:r>
          </a:p>
        </p:txBody>
      </p:sp>
      <p:sp>
        <p:nvSpPr>
          <p:cNvPr id="39" name="node Note">
            <a:extLst xmlns:a="http://schemas.openxmlformats.org/drawingml/2006/main">
              <a:ext uri="{FF2B5EF4-FFF2-40B4-BE49-F238E27FC236}">
                <a16:creationId xmlns:a16="http://schemas.microsoft.com/office/drawing/2014/main" id="{BCCD14BE-3EE5-48C9-ACDC-BBF41DD2BD40}"/>
              </a:ext>
            </a:extLst>
          </p:cNvPr>
          <p:cNvSpPr>
            <a:spLocks xmlns:a="http://schemas.openxmlformats.org/drawingml/2006/main" noGrp="1"/>
          </p:cNvSpPr>
          <p:nvPr/>
        </p:nvSpPr>
        <p:spPr>
          <a:xfrm xmlns:a="http://schemas.openxmlformats.org/drawingml/2006/main">
            <a:off x="523875" y="2714625"/>
            <a:ext cx="2647950" cy="762000"/>
          </a:xfrm>
          <a:prstGeom xmlns:a="http://schemas.openxmlformats.org/drawingml/2006/main" prst="roundRect">
            <a:avLst>
              <a:gd name="adj" fmla="val 25000"/>
            </a:avLst>
          </a:prstGeom>
          <a:solidFill xmlns:a="http://schemas.openxmlformats.org/drawingml/2006/main">
            <a:srgbClr val="DCEAF2"/>
          </a:solidFill>
          <a:ln xmlns:a="http://schemas.openxmlformats.org/drawingml/2006/main" w="17145">
            <a:solidFill>
              <a:srgbClr val="4D829D"/>
            </a:solidFill>
            <a:prstDash val="solid"/>
          </a:ln>
        </p:spPr>
      </p:sp>
      <p:sp>
        <p:nvSpPr>
          <p:cNvPr id="40" name="node title Note">
            <a:extLst xmlns:a="http://schemas.openxmlformats.org/drawingml/2006/main">
              <a:ext uri="{FF2B5EF4-FFF2-40B4-BE49-F238E27FC236}">
                <a16:creationId xmlns:a16="http://schemas.microsoft.com/office/drawing/2014/main" id="{09CDD60E-749E-49F1-BC4C-BD82CA5D50D3}"/>
              </a:ext>
            </a:extLst>
          </p:cNvPr>
          <p:cNvSpPr>
            <a:spLocks xmlns:a="http://schemas.openxmlformats.org/drawingml/2006/main" noGrp="1"/>
          </p:cNvSpPr>
          <p:nvPr/>
        </p:nvSpPr>
        <p:spPr>
          <a:xfrm xmlns:a="http://schemas.openxmlformats.org/drawingml/2006/main">
            <a:off x="590550" y="277177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Note (4)</a:t>
            </a:r>
          </a:p>
        </p:txBody>
      </p:sp>
      <p:sp>
        <p:nvSpPr>
          <p:cNvPr id="41" name="attribute Note 0">
            <a:extLst xmlns:a="http://schemas.openxmlformats.org/drawingml/2006/main">
              <a:ext uri="{FF2B5EF4-FFF2-40B4-BE49-F238E27FC236}">
                <a16:creationId xmlns:a16="http://schemas.microsoft.com/office/drawing/2014/main" id="{C4BE317C-8B29-47AB-8EDC-EF539DED031B}"/>
              </a:ext>
            </a:extLst>
          </p:cNvPr>
          <p:cNvSpPr>
            <a:spLocks xmlns:a="http://schemas.openxmlformats.org/drawingml/2006/main" noGrp="1"/>
          </p:cNvSpPr>
          <p:nvPr/>
        </p:nvSpPr>
        <p:spPr>
          <a:xfrm xmlns:a="http://schemas.openxmlformats.org/drawingml/2006/main">
            <a:off x="581025" y="3128963"/>
            <a:ext cx="25336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statement_kind, statement_text</a:t>
            </a:r>
          </a:p>
        </p:txBody>
      </p:sp>
      <p:sp>
        <p:nvSpPr>
          <p:cNvPr id="42" name="node Citation">
            <a:extLst xmlns:a="http://schemas.openxmlformats.org/drawingml/2006/main">
              <a:ext uri="{FF2B5EF4-FFF2-40B4-BE49-F238E27FC236}">
                <a16:creationId xmlns:a16="http://schemas.microsoft.com/office/drawing/2014/main" id="{1ED7837A-05F6-4305-B44F-270C32B3ED09}"/>
              </a:ext>
            </a:extLst>
          </p:cNvPr>
          <p:cNvSpPr>
            <a:spLocks xmlns:a="http://schemas.openxmlformats.org/drawingml/2006/main" noGrp="1"/>
          </p:cNvSpPr>
          <p:nvPr/>
        </p:nvSpPr>
        <p:spPr>
          <a:xfrm xmlns:a="http://schemas.openxmlformats.org/drawingml/2006/main">
            <a:off x="3476625" y="2714625"/>
            <a:ext cx="2857500" cy="857250"/>
          </a:xfrm>
          <a:prstGeom xmlns:a="http://schemas.openxmlformats.org/drawingml/2006/main" prst="roundRect">
            <a:avLst>
              <a:gd name="adj" fmla="val 22222"/>
            </a:avLst>
          </a:prstGeom>
          <a:solidFill xmlns:a="http://schemas.openxmlformats.org/drawingml/2006/main">
            <a:srgbClr val="DCEAF2"/>
          </a:solidFill>
          <a:ln xmlns:a="http://schemas.openxmlformats.org/drawingml/2006/main" w="17145">
            <a:solidFill>
              <a:srgbClr val="4D829D"/>
            </a:solidFill>
            <a:prstDash val="solid"/>
          </a:ln>
        </p:spPr>
      </p:sp>
      <p:sp>
        <p:nvSpPr>
          <p:cNvPr id="43" name="node title Citation">
            <a:extLst xmlns:a="http://schemas.openxmlformats.org/drawingml/2006/main">
              <a:ext uri="{FF2B5EF4-FFF2-40B4-BE49-F238E27FC236}">
                <a16:creationId xmlns:a16="http://schemas.microsoft.com/office/drawing/2014/main" id="{806831EA-C343-4DDC-B176-D6644D0D3BCD}"/>
              </a:ext>
            </a:extLst>
          </p:cNvPr>
          <p:cNvSpPr>
            <a:spLocks xmlns:a="http://schemas.openxmlformats.org/drawingml/2006/main" noGrp="1"/>
          </p:cNvSpPr>
          <p:nvPr/>
        </p:nvSpPr>
        <p:spPr>
          <a:xfrm xmlns:a="http://schemas.openxmlformats.org/drawingml/2006/main">
            <a:off x="3543300" y="2771775"/>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Citation (50)</a:t>
            </a:r>
          </a:p>
        </p:txBody>
      </p:sp>
      <p:sp>
        <p:nvSpPr>
          <p:cNvPr id="44" name="attribute Citation 0">
            <a:extLst xmlns:a="http://schemas.openxmlformats.org/drawingml/2006/main">
              <a:ext uri="{FF2B5EF4-FFF2-40B4-BE49-F238E27FC236}">
                <a16:creationId xmlns:a16="http://schemas.microsoft.com/office/drawing/2014/main" id="{153E3F0D-9B59-4637-A04E-CEE9027F876C}"/>
              </a:ext>
            </a:extLst>
          </p:cNvPr>
          <p:cNvSpPr>
            <a:spLocks xmlns:a="http://schemas.openxmlformats.org/drawingml/2006/main" noGrp="1"/>
          </p:cNvSpPr>
          <p:nvPr/>
        </p:nvSpPr>
        <p:spPr>
          <a:xfrm xmlns:a="http://schemas.openxmlformats.org/drawingml/2006/main">
            <a:off x="3533775" y="3086100"/>
            <a:ext cx="2743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63" b="0">
                <a:solidFill>
                  <a:srgbClr val="000000"/>
                </a:solidFill>
                <a:latin typeface="Times New Roman"/>
                <a:ea typeface="Times New Roman"/>
                <a:cs typeface="Times New Roman"/>
              </a:defRPr>
            </a:defPPr>
            <a:lvl1pPr algn="ctr">
              <a:buNone/>
              <a:defRPr sz="1163" b="0">
                <a:solidFill>
                  <a:srgbClr val="000000"/>
                </a:solidFill>
                <a:latin typeface="Times New Roman"/>
                <a:ea typeface="Times New Roman"/>
                <a:cs typeface="Times New Roman"/>
              </a:defRPr>
            </a:lvl1pPr>
            <a:lvl2pPr algn="ctr">
              <a:buNone/>
              <a:defRPr sz="1163" b="0">
                <a:solidFill>
                  <a:srgbClr val="000000"/>
                </a:solidFill>
                <a:latin typeface="Times New Roman"/>
                <a:ea typeface="Times New Roman"/>
                <a:cs typeface="Times New Roman"/>
              </a:defRPr>
            </a:lvl2pPr>
            <a:lvl3pPr algn="ctr">
              <a:buNone/>
              <a:defRPr sz="1163" b="0">
                <a:solidFill>
                  <a:srgbClr val="000000"/>
                </a:solidFill>
                <a:latin typeface="Times New Roman"/>
                <a:ea typeface="Times New Roman"/>
                <a:cs typeface="Times New Roman"/>
              </a:defRPr>
            </a:lvl3pPr>
            <a:lvl4pPr algn="ctr">
              <a:buNone/>
              <a:defRPr sz="1163" b="0">
                <a:solidFill>
                  <a:srgbClr val="000000"/>
                </a:solidFill>
                <a:latin typeface="Times New Roman"/>
                <a:ea typeface="Times New Roman"/>
                <a:cs typeface="Times New Roman"/>
              </a:defRPr>
            </a:lvl4pPr>
            <a:lvl5pPr algn="ctr">
              <a:buNone/>
              <a:defRPr sz="1163" b="0">
                <a:solidFill>
                  <a:srgbClr val="000000"/>
                </a:solidFill>
                <a:latin typeface="Times New Roman"/>
                <a:ea typeface="Times New Roman"/>
                <a:cs typeface="Times New Roman"/>
              </a:defRPr>
            </a:lvl5pPr>
            <a:lvl6pPr algn="ctr">
              <a:buNone/>
              <a:defRPr sz="1163" b="0">
                <a:solidFill>
                  <a:srgbClr val="000000"/>
                </a:solidFill>
                <a:latin typeface="Times New Roman"/>
                <a:ea typeface="Times New Roman"/>
                <a:cs typeface="Times New Roman"/>
              </a:defRPr>
            </a:lvl6pPr>
            <a:lvl7pPr algn="ctr">
              <a:buNone/>
              <a:defRPr sz="1163" b="0">
                <a:solidFill>
                  <a:srgbClr val="000000"/>
                </a:solidFill>
                <a:latin typeface="Times New Roman"/>
                <a:ea typeface="Times New Roman"/>
                <a:cs typeface="Times New Roman"/>
              </a:defRPr>
            </a:lvl7pPr>
            <a:lvl8pPr algn="ctr">
              <a:buNone/>
              <a:defRPr sz="1163" b="0">
                <a:solidFill>
                  <a:srgbClr val="000000"/>
                </a:solidFill>
                <a:latin typeface="Times New Roman"/>
                <a:ea typeface="Times New Roman"/>
                <a:cs typeface="Times New Roman"/>
              </a:defRPr>
            </a:lvl8pPr>
            <a:lvl9pPr algn="ctr">
              <a:buNone/>
              <a:defRPr sz="1163" b="0">
                <a:solidFill>
                  <a:srgbClr val="000000"/>
                </a:solidFill>
                <a:latin typeface="Times New Roman"/>
                <a:ea typeface="Times New Roman"/>
                <a:cs typeface="Times New Roman"/>
              </a:defRPr>
            </a:lvl9pPr>
          </a:lstStyle>
          <a:p xmlns:a="http://schemas.openxmlformats.org/drawingml/2006/main">
            <a:pPr algn="ctr">
              <a:buNone/>
              <a:defRPr sz="1163" b="0">
                <a:solidFill>
                  <a:srgbClr val="000000"/>
                </a:solidFill>
                <a:latin typeface="Times New Roman"/>
                <a:ea typeface="Times New Roman"/>
                <a:cs typeface="Times New Roman"/>
              </a:defRPr>
            </a:pPr>
            <a:r>
              <a:rPr sz="1163" b="0">
                <a:solidFill>
                  <a:srgbClr val="000000"/>
                </a:solidFill>
                <a:latin typeface="Times New Roman"/>
                <a:ea typeface="Times New Roman"/>
                <a:cs typeface="Times New Roman"/>
              </a:rPr>
              <a:t>id, source_category, page_start,</a:t>
            </a:r>
          </a:p>
        </p:txBody>
      </p:sp>
      <p:sp>
        <p:nvSpPr>
          <p:cNvPr id="45" name="attribute Citation 1">
            <a:extLst xmlns:a="http://schemas.openxmlformats.org/drawingml/2006/main">
              <a:ext uri="{FF2B5EF4-FFF2-40B4-BE49-F238E27FC236}">
                <a16:creationId xmlns:a16="http://schemas.microsoft.com/office/drawing/2014/main" id="{91951708-474D-4EA6-B6DF-3D576B765C87}"/>
              </a:ext>
            </a:extLst>
          </p:cNvPr>
          <p:cNvSpPr>
            <a:spLocks xmlns:a="http://schemas.openxmlformats.org/drawingml/2006/main" noGrp="1"/>
          </p:cNvSpPr>
          <p:nvPr/>
        </p:nvSpPr>
        <p:spPr>
          <a:xfrm xmlns:a="http://schemas.openxmlformats.org/drawingml/2006/main">
            <a:off x="3533775" y="3267075"/>
            <a:ext cx="2743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63" b="0">
                <a:solidFill>
                  <a:srgbClr val="000000"/>
                </a:solidFill>
                <a:latin typeface="Times New Roman"/>
                <a:ea typeface="Times New Roman"/>
                <a:cs typeface="Times New Roman"/>
              </a:defRPr>
            </a:defPPr>
            <a:lvl1pPr algn="ctr">
              <a:buNone/>
              <a:defRPr sz="1163" b="0">
                <a:solidFill>
                  <a:srgbClr val="000000"/>
                </a:solidFill>
                <a:latin typeface="Times New Roman"/>
                <a:ea typeface="Times New Roman"/>
                <a:cs typeface="Times New Roman"/>
              </a:defRPr>
            </a:lvl1pPr>
            <a:lvl2pPr algn="ctr">
              <a:buNone/>
              <a:defRPr sz="1163" b="0">
                <a:solidFill>
                  <a:srgbClr val="000000"/>
                </a:solidFill>
                <a:latin typeface="Times New Roman"/>
                <a:ea typeface="Times New Roman"/>
                <a:cs typeface="Times New Roman"/>
              </a:defRPr>
            </a:lvl2pPr>
            <a:lvl3pPr algn="ctr">
              <a:buNone/>
              <a:defRPr sz="1163" b="0">
                <a:solidFill>
                  <a:srgbClr val="000000"/>
                </a:solidFill>
                <a:latin typeface="Times New Roman"/>
                <a:ea typeface="Times New Roman"/>
                <a:cs typeface="Times New Roman"/>
              </a:defRPr>
            </a:lvl3pPr>
            <a:lvl4pPr algn="ctr">
              <a:buNone/>
              <a:defRPr sz="1163" b="0">
                <a:solidFill>
                  <a:srgbClr val="000000"/>
                </a:solidFill>
                <a:latin typeface="Times New Roman"/>
                <a:ea typeface="Times New Roman"/>
                <a:cs typeface="Times New Roman"/>
              </a:defRPr>
            </a:lvl4pPr>
            <a:lvl5pPr algn="ctr">
              <a:buNone/>
              <a:defRPr sz="1163" b="0">
                <a:solidFill>
                  <a:srgbClr val="000000"/>
                </a:solidFill>
                <a:latin typeface="Times New Roman"/>
                <a:ea typeface="Times New Roman"/>
                <a:cs typeface="Times New Roman"/>
              </a:defRPr>
            </a:lvl5pPr>
            <a:lvl6pPr algn="ctr">
              <a:buNone/>
              <a:defRPr sz="1163" b="0">
                <a:solidFill>
                  <a:srgbClr val="000000"/>
                </a:solidFill>
                <a:latin typeface="Times New Roman"/>
                <a:ea typeface="Times New Roman"/>
                <a:cs typeface="Times New Roman"/>
              </a:defRPr>
            </a:lvl6pPr>
            <a:lvl7pPr algn="ctr">
              <a:buNone/>
              <a:defRPr sz="1163" b="0">
                <a:solidFill>
                  <a:srgbClr val="000000"/>
                </a:solidFill>
                <a:latin typeface="Times New Roman"/>
                <a:ea typeface="Times New Roman"/>
                <a:cs typeface="Times New Roman"/>
              </a:defRPr>
            </a:lvl7pPr>
            <a:lvl8pPr algn="ctr">
              <a:buNone/>
              <a:defRPr sz="1163" b="0">
                <a:solidFill>
                  <a:srgbClr val="000000"/>
                </a:solidFill>
                <a:latin typeface="Times New Roman"/>
                <a:ea typeface="Times New Roman"/>
                <a:cs typeface="Times New Roman"/>
              </a:defRPr>
            </a:lvl8pPr>
            <a:lvl9pPr algn="ctr">
              <a:buNone/>
              <a:defRPr sz="1163" b="0">
                <a:solidFill>
                  <a:srgbClr val="000000"/>
                </a:solidFill>
                <a:latin typeface="Times New Roman"/>
                <a:ea typeface="Times New Roman"/>
                <a:cs typeface="Times New Roman"/>
              </a:defRPr>
            </a:lvl9pPr>
          </a:lstStyle>
          <a:p xmlns:a="http://schemas.openxmlformats.org/drawingml/2006/main">
            <a:pPr algn="ctr">
              <a:buNone/>
              <a:defRPr sz="1163" b="0">
                <a:solidFill>
                  <a:srgbClr val="000000"/>
                </a:solidFill>
                <a:latin typeface="Times New Roman"/>
                <a:ea typeface="Times New Roman"/>
                <a:cs typeface="Times New Roman"/>
              </a:defRPr>
            </a:pPr>
            <a:r>
              <a:rPr sz="1163" b="0">
                <a:solidFill>
                  <a:srgbClr val="000000"/>
                </a:solidFill>
                <a:latin typeface="Times New Roman"/>
                <a:ea typeface="Times New Roman"/>
                <a:cs typeface="Times New Roman"/>
              </a:rPr>
              <a:t>citation_raw, retrieved_on</a:t>
            </a:r>
          </a:p>
        </p:txBody>
      </p:sp>
      <p:sp>
        <p:nvSpPr>
          <p:cNvPr id="46" name="node Issue">
            <a:extLst xmlns:a="http://schemas.openxmlformats.org/drawingml/2006/main">
              <a:ext uri="{FF2B5EF4-FFF2-40B4-BE49-F238E27FC236}">
                <a16:creationId xmlns:a16="http://schemas.microsoft.com/office/drawing/2014/main" id="{0D291EDA-F6E6-46C2-9EBD-F270DB9131C5}"/>
              </a:ext>
            </a:extLst>
          </p:cNvPr>
          <p:cNvSpPr>
            <a:spLocks xmlns:a="http://schemas.openxmlformats.org/drawingml/2006/main" noGrp="1"/>
          </p:cNvSpPr>
          <p:nvPr/>
        </p:nvSpPr>
        <p:spPr>
          <a:xfrm xmlns:a="http://schemas.openxmlformats.org/drawingml/2006/main">
            <a:off x="3667125" y="4476750"/>
            <a:ext cx="2667000" cy="742950"/>
          </a:xfrm>
          <a:prstGeom xmlns:a="http://schemas.openxmlformats.org/drawingml/2006/main" prst="roundRect">
            <a:avLst>
              <a:gd name="adj" fmla="val 25641"/>
            </a:avLst>
          </a:prstGeom>
          <a:solidFill xmlns:a="http://schemas.openxmlformats.org/drawingml/2006/main">
            <a:srgbClr val="DCEAF2"/>
          </a:solidFill>
          <a:ln xmlns:a="http://schemas.openxmlformats.org/drawingml/2006/main" w="17145">
            <a:solidFill>
              <a:srgbClr val="4D829D"/>
            </a:solidFill>
            <a:prstDash val="solid"/>
          </a:ln>
        </p:spPr>
      </p:sp>
      <p:sp>
        <p:nvSpPr>
          <p:cNvPr id="47" name="node title Issue">
            <a:extLst xmlns:a="http://schemas.openxmlformats.org/drawingml/2006/main">
              <a:ext uri="{FF2B5EF4-FFF2-40B4-BE49-F238E27FC236}">
                <a16:creationId xmlns:a16="http://schemas.microsoft.com/office/drawing/2014/main" id="{6B6625AF-EA60-4C58-94BD-0FA65DB23FD3}"/>
              </a:ext>
            </a:extLst>
          </p:cNvPr>
          <p:cNvSpPr>
            <a:spLocks xmlns:a="http://schemas.openxmlformats.org/drawingml/2006/main" noGrp="1"/>
          </p:cNvSpPr>
          <p:nvPr/>
        </p:nvSpPr>
        <p:spPr>
          <a:xfrm xmlns:a="http://schemas.openxmlformats.org/drawingml/2006/main">
            <a:off x="3733800" y="4533900"/>
            <a:ext cx="253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Issue (30)</a:t>
            </a:r>
          </a:p>
        </p:txBody>
      </p:sp>
      <p:sp>
        <p:nvSpPr>
          <p:cNvPr id="48" name="attribute Issue 0">
            <a:extLst xmlns:a="http://schemas.openxmlformats.org/drawingml/2006/main">
              <a:ext uri="{FF2B5EF4-FFF2-40B4-BE49-F238E27FC236}">
                <a16:creationId xmlns:a16="http://schemas.microsoft.com/office/drawing/2014/main" id="{B354B3CC-A97D-4C4D-A6FB-B46721EBAC00}"/>
              </a:ext>
            </a:extLst>
          </p:cNvPr>
          <p:cNvSpPr>
            <a:spLocks xmlns:a="http://schemas.openxmlformats.org/drawingml/2006/main" noGrp="1"/>
          </p:cNvSpPr>
          <p:nvPr/>
        </p:nvSpPr>
        <p:spPr>
          <a:xfrm xmlns:a="http://schemas.openxmlformats.org/drawingml/2006/main">
            <a:off x="3724275" y="4881563"/>
            <a:ext cx="2552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issue_code, review_status</a:t>
            </a:r>
          </a:p>
        </p:txBody>
      </p:sp>
      <p:sp>
        <p:nvSpPr>
          <p:cNvPr id="49" name="node Agent">
            <a:extLst xmlns:a="http://schemas.openxmlformats.org/drawingml/2006/main">
              <a:ext uri="{FF2B5EF4-FFF2-40B4-BE49-F238E27FC236}">
                <a16:creationId xmlns:a16="http://schemas.microsoft.com/office/drawing/2014/main" id="{9698CFAA-7743-4C08-B9FF-1CFE528AD429}"/>
              </a:ext>
            </a:extLst>
          </p:cNvPr>
          <p:cNvSpPr>
            <a:spLocks xmlns:a="http://schemas.openxmlformats.org/drawingml/2006/main" noGrp="1"/>
          </p:cNvSpPr>
          <p:nvPr/>
        </p:nvSpPr>
        <p:spPr>
          <a:xfrm xmlns:a="http://schemas.openxmlformats.org/drawingml/2006/main">
            <a:off x="7143750" y="2400300"/>
            <a:ext cx="3333750" cy="809625"/>
          </a:xfrm>
          <a:prstGeom xmlns:a="http://schemas.openxmlformats.org/drawingml/2006/main" prst="roundRect">
            <a:avLst>
              <a:gd name="adj" fmla="val 23529"/>
            </a:avLst>
          </a:prstGeom>
          <a:solidFill xmlns:a="http://schemas.openxmlformats.org/drawingml/2006/main">
            <a:srgbClr val="F1E2EE"/>
          </a:solidFill>
          <a:ln xmlns:a="http://schemas.openxmlformats.org/drawingml/2006/main" w="17145">
            <a:solidFill>
              <a:srgbClr val="935385"/>
            </a:solidFill>
            <a:prstDash val="solid"/>
          </a:ln>
        </p:spPr>
      </p:sp>
      <p:sp>
        <p:nvSpPr>
          <p:cNvPr id="50" name="node title Agent">
            <a:extLst xmlns:a="http://schemas.openxmlformats.org/drawingml/2006/main">
              <a:ext uri="{FF2B5EF4-FFF2-40B4-BE49-F238E27FC236}">
                <a16:creationId xmlns:a16="http://schemas.microsoft.com/office/drawing/2014/main" id="{7A8AE1A7-CA87-4795-9733-05F9DC5F23F7}"/>
              </a:ext>
            </a:extLst>
          </p:cNvPr>
          <p:cNvSpPr>
            <a:spLocks xmlns:a="http://schemas.openxmlformats.org/drawingml/2006/main" noGrp="1"/>
          </p:cNvSpPr>
          <p:nvPr/>
        </p:nvSpPr>
        <p:spPr>
          <a:xfrm xmlns:a="http://schemas.openxmlformats.org/drawingml/2006/main">
            <a:off x="7210425" y="245745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Agent (63)</a:t>
            </a:r>
          </a:p>
        </p:txBody>
      </p:sp>
      <p:sp>
        <p:nvSpPr>
          <p:cNvPr id="51" name="attribute Agent 0">
            <a:extLst xmlns:a="http://schemas.openxmlformats.org/drawingml/2006/main">
              <a:ext uri="{FF2B5EF4-FFF2-40B4-BE49-F238E27FC236}">
                <a16:creationId xmlns:a16="http://schemas.microsoft.com/office/drawing/2014/main" id="{A6FDDBA2-CB6B-4EFE-8E00-3DCDAE93DA52}"/>
              </a:ext>
            </a:extLst>
          </p:cNvPr>
          <p:cNvSpPr>
            <a:spLocks xmlns:a="http://schemas.openxmlformats.org/drawingml/2006/main" noGrp="1"/>
          </p:cNvSpPr>
          <p:nvPr/>
        </p:nvSpPr>
        <p:spPr>
          <a:xfrm xmlns:a="http://schemas.openxmlformats.org/drawingml/2006/main">
            <a:off x="7200900" y="2747963"/>
            <a:ext cx="3219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:Person (34) / :Organization (29)</a:t>
            </a:r>
          </a:p>
        </p:txBody>
      </p:sp>
      <p:sp>
        <p:nvSpPr>
          <p:cNvPr id="52" name="attribute Agent 1">
            <a:extLst xmlns:a="http://schemas.openxmlformats.org/drawingml/2006/main">
              <a:ext uri="{FF2B5EF4-FFF2-40B4-BE49-F238E27FC236}">
                <a16:creationId xmlns:a16="http://schemas.microsoft.com/office/drawing/2014/main" id="{7BA28531-F5A5-45CF-BA5F-C715D49DB483}"/>
              </a:ext>
            </a:extLst>
          </p:cNvPr>
          <p:cNvSpPr>
            <a:spLocks xmlns:a="http://schemas.openxmlformats.org/drawingml/2006/main" noGrp="1"/>
          </p:cNvSpPr>
          <p:nvPr/>
        </p:nvSpPr>
        <p:spPr>
          <a:xfrm xmlns:a="http://schemas.openxmlformats.org/drawingml/2006/main">
            <a:off x="7200900" y="2928938"/>
            <a:ext cx="3219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 identity_status</a:t>
            </a:r>
          </a:p>
        </p:txBody>
      </p:sp>
      <p:sp>
        <p:nvSpPr>
          <p:cNvPr id="53" name="node Resource">
            <a:extLst xmlns:a="http://schemas.openxmlformats.org/drawingml/2006/main">
              <a:ext uri="{FF2B5EF4-FFF2-40B4-BE49-F238E27FC236}">
                <a16:creationId xmlns:a16="http://schemas.microsoft.com/office/drawing/2014/main" id="{FBB7B13C-E3FF-4B26-B02F-D996CCD1608D}"/>
              </a:ext>
            </a:extLst>
          </p:cNvPr>
          <p:cNvSpPr>
            <a:spLocks xmlns:a="http://schemas.openxmlformats.org/drawingml/2006/main" noGrp="1"/>
          </p:cNvSpPr>
          <p:nvPr/>
        </p:nvSpPr>
        <p:spPr>
          <a:xfrm xmlns:a="http://schemas.openxmlformats.org/drawingml/2006/main">
            <a:off x="7096125" y="4095750"/>
            <a:ext cx="3048000" cy="1028700"/>
          </a:xfrm>
          <a:prstGeom xmlns:a="http://schemas.openxmlformats.org/drawingml/2006/main" prst="roundRect">
            <a:avLst>
              <a:gd name="adj" fmla="val 18519"/>
            </a:avLst>
          </a:prstGeom>
          <a:solidFill xmlns:a="http://schemas.openxmlformats.org/drawingml/2006/main">
            <a:srgbClr val="FFEBA6"/>
          </a:solidFill>
          <a:ln xmlns:a="http://schemas.openxmlformats.org/drawingml/2006/main" w="17145">
            <a:solidFill>
              <a:srgbClr val="BC8B08"/>
            </a:solidFill>
            <a:prstDash val="solid"/>
          </a:ln>
        </p:spPr>
      </p:sp>
      <p:sp>
        <p:nvSpPr>
          <p:cNvPr id="54" name="node title Resource">
            <a:extLst xmlns:a="http://schemas.openxmlformats.org/drawingml/2006/main">
              <a:ext uri="{FF2B5EF4-FFF2-40B4-BE49-F238E27FC236}">
                <a16:creationId xmlns:a16="http://schemas.microsoft.com/office/drawing/2014/main" id="{4B7CD73D-9129-4A21-8269-2C1FCBACB777}"/>
              </a:ext>
            </a:extLst>
          </p:cNvPr>
          <p:cNvSpPr>
            <a:spLocks xmlns:a="http://schemas.openxmlformats.org/drawingml/2006/main" noGrp="1"/>
          </p:cNvSpPr>
          <p:nvPr/>
        </p:nvSpPr>
        <p:spPr>
          <a:xfrm xmlns:a="http://schemas.openxmlformats.org/drawingml/2006/main">
            <a:off x="7162800" y="4152900"/>
            <a:ext cx="2914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00000"/>
                </a:solidFill>
                <a:latin typeface="Times New Roman"/>
                <a:ea typeface="Times New Roman"/>
                <a:cs typeface="Times New Roman"/>
              </a:defRPr>
            </a:defPPr>
            <a:lvl1pPr algn="ctr">
              <a:buNone/>
              <a:defRPr sz="1800" b="1">
                <a:solidFill>
                  <a:srgbClr val="000000"/>
                </a:solidFill>
                <a:latin typeface="Times New Roman"/>
                <a:ea typeface="Times New Roman"/>
                <a:cs typeface="Times New Roman"/>
              </a:defRPr>
            </a:lvl1pPr>
            <a:lvl2pPr algn="ctr">
              <a:buNone/>
              <a:defRPr sz="1800" b="1">
                <a:solidFill>
                  <a:srgbClr val="000000"/>
                </a:solidFill>
                <a:latin typeface="Times New Roman"/>
                <a:ea typeface="Times New Roman"/>
                <a:cs typeface="Times New Roman"/>
              </a:defRPr>
            </a:lvl2pPr>
            <a:lvl3pPr algn="ctr">
              <a:buNone/>
              <a:defRPr sz="1800" b="1">
                <a:solidFill>
                  <a:srgbClr val="000000"/>
                </a:solidFill>
                <a:latin typeface="Times New Roman"/>
                <a:ea typeface="Times New Roman"/>
                <a:cs typeface="Times New Roman"/>
              </a:defRPr>
            </a:lvl3pPr>
            <a:lvl4pPr algn="ctr">
              <a:buNone/>
              <a:defRPr sz="1800" b="1">
                <a:solidFill>
                  <a:srgbClr val="000000"/>
                </a:solidFill>
                <a:latin typeface="Times New Roman"/>
                <a:ea typeface="Times New Roman"/>
                <a:cs typeface="Times New Roman"/>
              </a:defRPr>
            </a:lvl4pPr>
            <a:lvl5pPr algn="ctr">
              <a:buNone/>
              <a:defRPr sz="1800" b="1">
                <a:solidFill>
                  <a:srgbClr val="000000"/>
                </a:solidFill>
                <a:latin typeface="Times New Roman"/>
                <a:ea typeface="Times New Roman"/>
                <a:cs typeface="Times New Roman"/>
              </a:defRPr>
            </a:lvl5pPr>
            <a:lvl6pPr algn="ctr">
              <a:buNone/>
              <a:defRPr sz="1800" b="1">
                <a:solidFill>
                  <a:srgbClr val="000000"/>
                </a:solidFill>
                <a:latin typeface="Times New Roman"/>
                <a:ea typeface="Times New Roman"/>
                <a:cs typeface="Times New Roman"/>
              </a:defRPr>
            </a:lvl6pPr>
            <a:lvl7pPr algn="ctr">
              <a:buNone/>
              <a:defRPr sz="1800" b="1">
                <a:solidFill>
                  <a:srgbClr val="000000"/>
                </a:solidFill>
                <a:latin typeface="Times New Roman"/>
                <a:ea typeface="Times New Roman"/>
                <a:cs typeface="Times New Roman"/>
              </a:defRPr>
            </a:lvl7pPr>
            <a:lvl8pPr algn="ctr">
              <a:buNone/>
              <a:defRPr sz="1800" b="1">
                <a:solidFill>
                  <a:srgbClr val="000000"/>
                </a:solidFill>
                <a:latin typeface="Times New Roman"/>
                <a:ea typeface="Times New Roman"/>
                <a:cs typeface="Times New Roman"/>
              </a:defRPr>
            </a:lvl8pPr>
            <a:lvl9pPr algn="ctr">
              <a:buNone/>
              <a:defRPr sz="1800" b="1">
                <a:solidFill>
                  <a:srgbClr val="000000"/>
                </a:solidFill>
                <a:latin typeface="Times New Roman"/>
                <a:ea typeface="Times New Roman"/>
                <a:cs typeface="Times New Roman"/>
              </a:defRPr>
            </a:lvl9pPr>
          </a:lstStyle>
          <a:p xmlns:a="http://schemas.openxmlformats.org/drawingml/2006/main">
            <a:pPr algn="ctr">
              <a:buNone/>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Resource (49)</a:t>
            </a:r>
          </a:p>
        </p:txBody>
      </p:sp>
      <p:sp>
        <p:nvSpPr>
          <p:cNvPr id="55" name="attribute Resource 0">
            <a:extLst xmlns:a="http://schemas.openxmlformats.org/drawingml/2006/main">
              <a:ext uri="{FF2B5EF4-FFF2-40B4-BE49-F238E27FC236}">
                <a16:creationId xmlns:a16="http://schemas.microsoft.com/office/drawing/2014/main" id="{86C4DC6D-04DC-4BFB-9108-99DA4A03821F}"/>
              </a:ext>
            </a:extLst>
          </p:cNvPr>
          <p:cNvSpPr>
            <a:spLocks xmlns:a="http://schemas.openxmlformats.org/drawingml/2006/main" noGrp="1"/>
          </p:cNvSpPr>
          <p:nvPr/>
        </p:nvSpPr>
        <p:spPr>
          <a:xfrm xmlns:a="http://schemas.openxmlformats.org/drawingml/2006/main">
            <a:off x="7153275" y="4462463"/>
            <a:ext cx="2933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7" b="0">
                <a:solidFill>
                  <a:srgbClr val="000000"/>
                </a:solidFill>
                <a:latin typeface="Times New Roman"/>
                <a:ea typeface="Times New Roman"/>
                <a:cs typeface="Times New Roman"/>
              </a:defRPr>
            </a:defPPr>
            <a:lvl1pPr algn="ctr">
              <a:buNone/>
              <a:defRPr sz="1177" b="0">
                <a:solidFill>
                  <a:srgbClr val="000000"/>
                </a:solidFill>
                <a:latin typeface="Times New Roman"/>
                <a:ea typeface="Times New Roman"/>
                <a:cs typeface="Times New Roman"/>
              </a:defRPr>
            </a:lvl1pPr>
            <a:lvl2pPr algn="ctr">
              <a:buNone/>
              <a:defRPr sz="1177" b="0">
                <a:solidFill>
                  <a:srgbClr val="000000"/>
                </a:solidFill>
                <a:latin typeface="Times New Roman"/>
                <a:ea typeface="Times New Roman"/>
                <a:cs typeface="Times New Roman"/>
              </a:defRPr>
            </a:lvl2pPr>
            <a:lvl3pPr algn="ctr">
              <a:buNone/>
              <a:defRPr sz="1177" b="0">
                <a:solidFill>
                  <a:srgbClr val="000000"/>
                </a:solidFill>
                <a:latin typeface="Times New Roman"/>
                <a:ea typeface="Times New Roman"/>
                <a:cs typeface="Times New Roman"/>
              </a:defRPr>
            </a:lvl3pPr>
            <a:lvl4pPr algn="ctr">
              <a:buNone/>
              <a:defRPr sz="1177" b="0">
                <a:solidFill>
                  <a:srgbClr val="000000"/>
                </a:solidFill>
                <a:latin typeface="Times New Roman"/>
                <a:ea typeface="Times New Roman"/>
                <a:cs typeface="Times New Roman"/>
              </a:defRPr>
            </a:lvl4pPr>
            <a:lvl5pPr algn="ctr">
              <a:buNone/>
              <a:defRPr sz="1177" b="0">
                <a:solidFill>
                  <a:srgbClr val="000000"/>
                </a:solidFill>
                <a:latin typeface="Times New Roman"/>
                <a:ea typeface="Times New Roman"/>
                <a:cs typeface="Times New Roman"/>
              </a:defRPr>
            </a:lvl5pPr>
            <a:lvl6pPr algn="ctr">
              <a:buNone/>
              <a:defRPr sz="1177" b="0">
                <a:solidFill>
                  <a:srgbClr val="000000"/>
                </a:solidFill>
                <a:latin typeface="Times New Roman"/>
                <a:ea typeface="Times New Roman"/>
                <a:cs typeface="Times New Roman"/>
              </a:defRPr>
            </a:lvl6pPr>
            <a:lvl7pPr algn="ctr">
              <a:buNone/>
              <a:defRPr sz="1177" b="0">
                <a:solidFill>
                  <a:srgbClr val="000000"/>
                </a:solidFill>
                <a:latin typeface="Times New Roman"/>
                <a:ea typeface="Times New Roman"/>
                <a:cs typeface="Times New Roman"/>
              </a:defRPr>
            </a:lvl7pPr>
            <a:lvl8pPr algn="ctr">
              <a:buNone/>
              <a:defRPr sz="1177" b="0">
                <a:solidFill>
                  <a:srgbClr val="000000"/>
                </a:solidFill>
                <a:latin typeface="Times New Roman"/>
                <a:ea typeface="Times New Roman"/>
                <a:cs typeface="Times New Roman"/>
              </a:defRPr>
            </a:lvl8pPr>
            <a:lvl9pPr algn="ctr">
              <a:buNone/>
              <a:defRPr sz="1177" b="0">
                <a:solidFill>
                  <a:srgbClr val="000000"/>
                </a:solidFill>
                <a:latin typeface="Times New Roman"/>
                <a:ea typeface="Times New Roman"/>
                <a:cs typeface="Times New Roman"/>
              </a:defRPr>
            </a:lvl9pPr>
          </a:lstStyle>
          <a:p xmlns:a="http://schemas.openxmlformats.org/drawingml/2006/main">
            <a:pPr algn="ctr">
              <a:buNone/>
              <a:defRPr sz="1177" b="0">
                <a:solidFill>
                  <a:srgbClr val="000000"/>
                </a:solidFill>
                <a:latin typeface="Times New Roman"/>
                <a:ea typeface="Times New Roman"/>
                <a:cs typeface="Times New Roman"/>
              </a:defRPr>
            </a:pPr>
            <a:r>
              <a:rPr sz="1177" b="0">
                <a:solidFill>
                  <a:srgbClr val="000000"/>
                </a:solidFill>
                <a:latin typeface="Times New Roman"/>
                <a:ea typeface="Times New Roman"/>
                <a:cs typeface="Times New Roman"/>
              </a:rPr>
              <a:t>id, title, publication_value,</a:t>
            </a:r>
          </a:p>
        </p:txBody>
      </p:sp>
      <p:sp>
        <p:nvSpPr>
          <p:cNvPr id="56" name="attribute Resource 1">
            <a:extLst xmlns:a="http://schemas.openxmlformats.org/drawingml/2006/main">
              <a:ext uri="{FF2B5EF4-FFF2-40B4-BE49-F238E27FC236}">
                <a16:creationId xmlns:a16="http://schemas.microsoft.com/office/drawing/2014/main" id="{16F9A777-9345-423E-BB36-2FF1CC7C7C9A}"/>
              </a:ext>
            </a:extLst>
          </p:cNvPr>
          <p:cNvSpPr>
            <a:spLocks xmlns:a="http://schemas.openxmlformats.org/drawingml/2006/main" noGrp="1"/>
          </p:cNvSpPr>
          <p:nvPr/>
        </p:nvSpPr>
        <p:spPr>
          <a:xfrm xmlns:a="http://schemas.openxmlformats.org/drawingml/2006/main">
            <a:off x="7153275" y="4643438"/>
            <a:ext cx="2933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7" b="0">
                <a:solidFill>
                  <a:srgbClr val="000000"/>
                </a:solidFill>
                <a:latin typeface="Times New Roman"/>
                <a:ea typeface="Times New Roman"/>
                <a:cs typeface="Times New Roman"/>
              </a:defRPr>
            </a:defPPr>
            <a:lvl1pPr algn="ctr">
              <a:buNone/>
              <a:defRPr sz="1177" b="0">
                <a:solidFill>
                  <a:srgbClr val="000000"/>
                </a:solidFill>
                <a:latin typeface="Times New Roman"/>
                <a:ea typeface="Times New Roman"/>
                <a:cs typeface="Times New Roman"/>
              </a:defRPr>
            </a:lvl1pPr>
            <a:lvl2pPr algn="ctr">
              <a:buNone/>
              <a:defRPr sz="1177" b="0">
                <a:solidFill>
                  <a:srgbClr val="000000"/>
                </a:solidFill>
                <a:latin typeface="Times New Roman"/>
                <a:ea typeface="Times New Roman"/>
                <a:cs typeface="Times New Roman"/>
              </a:defRPr>
            </a:lvl2pPr>
            <a:lvl3pPr algn="ctr">
              <a:buNone/>
              <a:defRPr sz="1177" b="0">
                <a:solidFill>
                  <a:srgbClr val="000000"/>
                </a:solidFill>
                <a:latin typeface="Times New Roman"/>
                <a:ea typeface="Times New Roman"/>
                <a:cs typeface="Times New Roman"/>
              </a:defRPr>
            </a:lvl3pPr>
            <a:lvl4pPr algn="ctr">
              <a:buNone/>
              <a:defRPr sz="1177" b="0">
                <a:solidFill>
                  <a:srgbClr val="000000"/>
                </a:solidFill>
                <a:latin typeface="Times New Roman"/>
                <a:ea typeface="Times New Roman"/>
                <a:cs typeface="Times New Roman"/>
              </a:defRPr>
            </a:lvl4pPr>
            <a:lvl5pPr algn="ctr">
              <a:buNone/>
              <a:defRPr sz="1177" b="0">
                <a:solidFill>
                  <a:srgbClr val="000000"/>
                </a:solidFill>
                <a:latin typeface="Times New Roman"/>
                <a:ea typeface="Times New Roman"/>
                <a:cs typeface="Times New Roman"/>
              </a:defRPr>
            </a:lvl5pPr>
            <a:lvl6pPr algn="ctr">
              <a:buNone/>
              <a:defRPr sz="1177" b="0">
                <a:solidFill>
                  <a:srgbClr val="000000"/>
                </a:solidFill>
                <a:latin typeface="Times New Roman"/>
                <a:ea typeface="Times New Roman"/>
                <a:cs typeface="Times New Roman"/>
              </a:defRPr>
            </a:lvl6pPr>
            <a:lvl7pPr algn="ctr">
              <a:buNone/>
              <a:defRPr sz="1177" b="0">
                <a:solidFill>
                  <a:srgbClr val="000000"/>
                </a:solidFill>
                <a:latin typeface="Times New Roman"/>
                <a:ea typeface="Times New Roman"/>
                <a:cs typeface="Times New Roman"/>
              </a:defRPr>
            </a:lvl7pPr>
            <a:lvl8pPr algn="ctr">
              <a:buNone/>
              <a:defRPr sz="1177" b="0">
                <a:solidFill>
                  <a:srgbClr val="000000"/>
                </a:solidFill>
                <a:latin typeface="Times New Roman"/>
                <a:ea typeface="Times New Roman"/>
                <a:cs typeface="Times New Roman"/>
              </a:defRPr>
            </a:lvl8pPr>
            <a:lvl9pPr algn="ctr">
              <a:buNone/>
              <a:defRPr sz="1177" b="0">
                <a:solidFill>
                  <a:srgbClr val="000000"/>
                </a:solidFill>
                <a:latin typeface="Times New Roman"/>
                <a:ea typeface="Times New Roman"/>
                <a:cs typeface="Times New Roman"/>
              </a:defRPr>
            </a:lvl9pPr>
          </a:lstStyle>
          <a:p xmlns:a="http://schemas.openxmlformats.org/drawingml/2006/main">
            <a:pPr algn="ctr">
              <a:buNone/>
              <a:defRPr sz="1177" b="0">
                <a:solidFill>
                  <a:srgbClr val="000000"/>
                </a:solidFill>
                <a:latin typeface="Times New Roman"/>
                <a:ea typeface="Times New Roman"/>
                <a:cs typeface="Times New Roman"/>
              </a:defRPr>
            </a:pPr>
            <a:r>
              <a:rPr sz="1177" b="0">
                <a:solidFill>
                  <a:srgbClr val="000000"/>
                </a:solidFill>
                <a:latin typeface="Times New Roman"/>
                <a:ea typeface="Times New Roman"/>
                <a:cs typeface="Times New Roman"/>
              </a:rPr>
              <a:t>publication_precision, publication_year*,</a:t>
            </a:r>
          </a:p>
        </p:txBody>
      </p:sp>
      <p:sp>
        <p:nvSpPr>
          <p:cNvPr id="57" name="attribute Resource 2">
            <a:extLst xmlns:a="http://schemas.openxmlformats.org/drawingml/2006/main">
              <a:ext uri="{FF2B5EF4-FFF2-40B4-BE49-F238E27FC236}">
                <a16:creationId xmlns:a16="http://schemas.microsoft.com/office/drawing/2014/main" id="{6A9742C6-E343-44DD-BBC4-A892EDFEEB40}"/>
              </a:ext>
            </a:extLst>
          </p:cNvPr>
          <p:cNvSpPr>
            <a:spLocks xmlns:a="http://schemas.openxmlformats.org/drawingml/2006/main" noGrp="1"/>
          </p:cNvSpPr>
          <p:nvPr/>
        </p:nvSpPr>
        <p:spPr>
          <a:xfrm xmlns:a="http://schemas.openxmlformats.org/drawingml/2006/main">
            <a:off x="7153275" y="4824413"/>
            <a:ext cx="2933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7" b="0">
                <a:solidFill>
                  <a:srgbClr val="000000"/>
                </a:solidFill>
                <a:latin typeface="Times New Roman"/>
                <a:ea typeface="Times New Roman"/>
                <a:cs typeface="Times New Roman"/>
              </a:defRPr>
            </a:defPPr>
            <a:lvl1pPr algn="ctr">
              <a:buNone/>
              <a:defRPr sz="1177" b="0">
                <a:solidFill>
                  <a:srgbClr val="000000"/>
                </a:solidFill>
                <a:latin typeface="Times New Roman"/>
                <a:ea typeface="Times New Roman"/>
                <a:cs typeface="Times New Roman"/>
              </a:defRPr>
            </a:lvl1pPr>
            <a:lvl2pPr algn="ctr">
              <a:buNone/>
              <a:defRPr sz="1177" b="0">
                <a:solidFill>
                  <a:srgbClr val="000000"/>
                </a:solidFill>
                <a:latin typeface="Times New Roman"/>
                <a:ea typeface="Times New Roman"/>
                <a:cs typeface="Times New Roman"/>
              </a:defRPr>
            </a:lvl2pPr>
            <a:lvl3pPr algn="ctr">
              <a:buNone/>
              <a:defRPr sz="1177" b="0">
                <a:solidFill>
                  <a:srgbClr val="000000"/>
                </a:solidFill>
                <a:latin typeface="Times New Roman"/>
                <a:ea typeface="Times New Roman"/>
                <a:cs typeface="Times New Roman"/>
              </a:defRPr>
            </a:lvl3pPr>
            <a:lvl4pPr algn="ctr">
              <a:buNone/>
              <a:defRPr sz="1177" b="0">
                <a:solidFill>
                  <a:srgbClr val="000000"/>
                </a:solidFill>
                <a:latin typeface="Times New Roman"/>
                <a:ea typeface="Times New Roman"/>
                <a:cs typeface="Times New Roman"/>
              </a:defRPr>
            </a:lvl4pPr>
            <a:lvl5pPr algn="ctr">
              <a:buNone/>
              <a:defRPr sz="1177" b="0">
                <a:solidFill>
                  <a:srgbClr val="000000"/>
                </a:solidFill>
                <a:latin typeface="Times New Roman"/>
                <a:ea typeface="Times New Roman"/>
                <a:cs typeface="Times New Roman"/>
              </a:defRPr>
            </a:lvl5pPr>
            <a:lvl6pPr algn="ctr">
              <a:buNone/>
              <a:defRPr sz="1177" b="0">
                <a:solidFill>
                  <a:srgbClr val="000000"/>
                </a:solidFill>
                <a:latin typeface="Times New Roman"/>
                <a:ea typeface="Times New Roman"/>
                <a:cs typeface="Times New Roman"/>
              </a:defRPr>
            </a:lvl6pPr>
            <a:lvl7pPr algn="ctr">
              <a:buNone/>
              <a:defRPr sz="1177" b="0">
                <a:solidFill>
                  <a:srgbClr val="000000"/>
                </a:solidFill>
                <a:latin typeface="Times New Roman"/>
                <a:ea typeface="Times New Roman"/>
                <a:cs typeface="Times New Roman"/>
              </a:defRPr>
            </a:lvl7pPr>
            <a:lvl8pPr algn="ctr">
              <a:buNone/>
              <a:defRPr sz="1177" b="0">
                <a:solidFill>
                  <a:srgbClr val="000000"/>
                </a:solidFill>
                <a:latin typeface="Times New Roman"/>
                <a:ea typeface="Times New Roman"/>
                <a:cs typeface="Times New Roman"/>
              </a:defRPr>
            </a:lvl8pPr>
            <a:lvl9pPr algn="ctr">
              <a:buNone/>
              <a:defRPr sz="1177" b="0">
                <a:solidFill>
                  <a:srgbClr val="000000"/>
                </a:solidFill>
                <a:latin typeface="Times New Roman"/>
                <a:ea typeface="Times New Roman"/>
                <a:cs typeface="Times New Roman"/>
              </a:defRPr>
            </a:lvl9pPr>
          </a:lstStyle>
          <a:p xmlns:a="http://schemas.openxmlformats.org/drawingml/2006/main">
            <a:pPr algn="ctr">
              <a:buNone/>
              <a:defRPr sz="1177" b="0">
                <a:solidFill>
                  <a:srgbClr val="000000"/>
                </a:solidFill>
                <a:latin typeface="Times New Roman"/>
                <a:ea typeface="Times New Roman"/>
                <a:cs typeface="Times New Roman"/>
              </a:defRPr>
            </a:pPr>
            <a:r>
              <a:rPr sz="1177" b="0">
                <a:solidFill>
                  <a:srgbClr val="000000"/>
                </a:solidFill>
                <a:latin typeface="Times New Roman"/>
                <a:ea typeface="Times New Roman"/>
                <a:cs typeface="Times New Roman"/>
              </a:rPr>
              <a:t>citation_text, verification_status</a:t>
            </a:r>
          </a:p>
        </p:txBody>
      </p:sp>
      <p:sp>
        <p:nvSpPr>
          <p:cNvPr id="58" name="node Locator">
            <a:extLst xmlns:a="http://schemas.openxmlformats.org/drawingml/2006/main">
              <a:ext uri="{FF2B5EF4-FFF2-40B4-BE49-F238E27FC236}">
                <a16:creationId xmlns:a16="http://schemas.microsoft.com/office/drawing/2014/main" id="{DFAC5542-9EA6-4006-B07E-0E456D5EF238}"/>
              </a:ext>
            </a:extLst>
          </p:cNvPr>
          <p:cNvSpPr>
            <a:spLocks xmlns:a="http://schemas.openxmlformats.org/drawingml/2006/main" noGrp="1"/>
          </p:cNvSpPr>
          <p:nvPr/>
        </p:nvSpPr>
        <p:spPr>
          <a:xfrm xmlns:a="http://schemas.openxmlformats.org/drawingml/2006/main">
            <a:off x="4857750" y="6000750"/>
            <a:ext cx="3190875" cy="819150"/>
          </a:xfrm>
          <a:prstGeom xmlns:a="http://schemas.openxmlformats.org/drawingml/2006/main" prst="roundRect">
            <a:avLst>
              <a:gd name="adj" fmla="val 23256"/>
            </a:avLst>
          </a:prstGeom>
          <a:solidFill xmlns:a="http://schemas.openxmlformats.org/drawingml/2006/main">
            <a:srgbClr val="F1E2EE"/>
          </a:solidFill>
          <a:ln xmlns:a="http://schemas.openxmlformats.org/drawingml/2006/main" w="17145">
            <a:solidFill>
              <a:srgbClr val="935385"/>
            </a:solidFill>
            <a:prstDash val="solid"/>
          </a:ln>
        </p:spPr>
      </p:sp>
      <p:sp>
        <p:nvSpPr>
          <p:cNvPr id="59" name="node title Locator">
            <a:extLst xmlns:a="http://schemas.openxmlformats.org/drawingml/2006/main">
              <a:ext uri="{FF2B5EF4-FFF2-40B4-BE49-F238E27FC236}">
                <a16:creationId xmlns:a16="http://schemas.microsoft.com/office/drawing/2014/main" id="{644D166B-E10E-4A35-B095-F9E092905012}"/>
              </a:ext>
            </a:extLst>
          </p:cNvPr>
          <p:cNvSpPr>
            <a:spLocks xmlns:a="http://schemas.openxmlformats.org/drawingml/2006/main" noGrp="1"/>
          </p:cNvSpPr>
          <p:nvPr/>
        </p:nvSpPr>
        <p:spPr>
          <a:xfrm xmlns:a="http://schemas.openxmlformats.org/drawingml/2006/main">
            <a:off x="4924425" y="6057900"/>
            <a:ext cx="3057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Locator (45)</a:t>
            </a:r>
          </a:p>
        </p:txBody>
      </p:sp>
      <p:sp>
        <p:nvSpPr>
          <p:cNvPr id="60" name="attribute Locator 0">
            <a:extLst xmlns:a="http://schemas.openxmlformats.org/drawingml/2006/main">
              <a:ext uri="{FF2B5EF4-FFF2-40B4-BE49-F238E27FC236}">
                <a16:creationId xmlns:a16="http://schemas.microsoft.com/office/drawing/2014/main" id="{FD986E97-2698-4ADF-81EB-9686EAF1F8F1}"/>
              </a:ext>
            </a:extLst>
          </p:cNvPr>
          <p:cNvSpPr>
            <a:spLocks xmlns:a="http://schemas.openxmlformats.org/drawingml/2006/main" noGrp="1"/>
          </p:cNvSpPr>
          <p:nvPr/>
        </p:nvSpPr>
        <p:spPr>
          <a:xfrm xmlns:a="http://schemas.openxmlformats.org/drawingml/2006/main">
            <a:off x="4914900" y="6353175"/>
            <a:ext cx="3076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:Url (37) / :Doi (7) / :Phone (1)</a:t>
            </a:r>
          </a:p>
        </p:txBody>
      </p:sp>
      <p:sp>
        <p:nvSpPr>
          <p:cNvPr id="61" name="attribute Locator 1">
            <a:extLst xmlns:a="http://schemas.openxmlformats.org/drawingml/2006/main">
              <a:ext uri="{FF2B5EF4-FFF2-40B4-BE49-F238E27FC236}">
                <a16:creationId xmlns:a16="http://schemas.microsoft.com/office/drawing/2014/main" id="{95449050-24F3-4988-99FC-7659D6D9269C}"/>
              </a:ext>
            </a:extLst>
          </p:cNvPr>
          <p:cNvSpPr>
            <a:spLocks xmlns:a="http://schemas.openxmlformats.org/drawingml/2006/main" noGrp="1"/>
          </p:cNvSpPr>
          <p:nvPr/>
        </p:nvSpPr>
        <p:spPr>
          <a:xfrm xmlns:a="http://schemas.openxmlformats.org/drawingml/2006/main">
            <a:off x="4914900" y="6534150"/>
            <a:ext cx="3076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value, kind</a:t>
            </a:r>
          </a:p>
        </p:txBody>
      </p:sp>
      <p:sp>
        <p:nvSpPr>
          <p:cNvPr id="62" name="node Format">
            <a:extLst xmlns:a="http://schemas.openxmlformats.org/drawingml/2006/main">
              <a:ext uri="{FF2B5EF4-FFF2-40B4-BE49-F238E27FC236}">
                <a16:creationId xmlns:a16="http://schemas.microsoft.com/office/drawing/2014/main" id="{D5BBF63B-A577-4EDF-8DFD-CFD87EB880C7}"/>
              </a:ext>
            </a:extLst>
          </p:cNvPr>
          <p:cNvSpPr>
            <a:spLocks xmlns:a="http://schemas.openxmlformats.org/drawingml/2006/main" noGrp="1"/>
          </p:cNvSpPr>
          <p:nvPr/>
        </p:nvSpPr>
        <p:spPr>
          <a:xfrm xmlns:a="http://schemas.openxmlformats.org/drawingml/2006/main">
            <a:off x="8524875" y="6096000"/>
            <a:ext cx="1381125" cy="704850"/>
          </a:xfrm>
          <a:prstGeom xmlns:a="http://schemas.openxmlformats.org/drawingml/2006/main" prst="roundRect">
            <a:avLst>
              <a:gd name="adj" fmla="val 27027"/>
            </a:avLst>
          </a:prstGeom>
          <a:solidFill xmlns:a="http://schemas.openxmlformats.org/drawingml/2006/main">
            <a:srgbClr val="E4F1DF"/>
          </a:solidFill>
          <a:ln xmlns:a="http://schemas.openxmlformats.org/drawingml/2006/main" w="17145">
            <a:solidFill>
              <a:srgbClr val="57984C"/>
            </a:solidFill>
            <a:prstDash val="solid"/>
          </a:ln>
        </p:spPr>
      </p:sp>
      <p:sp>
        <p:nvSpPr>
          <p:cNvPr id="63" name="node title Format">
            <a:extLst xmlns:a="http://schemas.openxmlformats.org/drawingml/2006/main">
              <a:ext uri="{FF2B5EF4-FFF2-40B4-BE49-F238E27FC236}">
                <a16:creationId xmlns:a16="http://schemas.microsoft.com/office/drawing/2014/main" id="{3F86BD77-0C6B-4018-8AF7-3B7B2E478C91}"/>
              </a:ext>
            </a:extLst>
          </p:cNvPr>
          <p:cNvSpPr>
            <a:spLocks xmlns:a="http://schemas.openxmlformats.org/drawingml/2006/main" noGrp="1"/>
          </p:cNvSpPr>
          <p:nvPr/>
        </p:nvSpPr>
        <p:spPr>
          <a:xfrm xmlns:a="http://schemas.openxmlformats.org/drawingml/2006/main">
            <a:off x="8591550" y="6153150"/>
            <a:ext cx="1247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Format (13)</a:t>
            </a:r>
          </a:p>
        </p:txBody>
      </p:sp>
      <p:sp>
        <p:nvSpPr>
          <p:cNvPr id="64" name="attribute Format 0">
            <a:extLst xmlns:a="http://schemas.openxmlformats.org/drawingml/2006/main">
              <a:ext uri="{FF2B5EF4-FFF2-40B4-BE49-F238E27FC236}">
                <a16:creationId xmlns:a16="http://schemas.microsoft.com/office/drawing/2014/main" id="{C0031C37-44F7-4787-B30D-B87F6A7091D9}"/>
              </a:ext>
            </a:extLst>
          </p:cNvPr>
          <p:cNvSpPr>
            <a:spLocks xmlns:a="http://schemas.openxmlformats.org/drawingml/2006/main" noGrp="1"/>
          </p:cNvSpPr>
          <p:nvPr/>
        </p:nvSpPr>
        <p:spPr>
          <a:xfrm xmlns:a="http://schemas.openxmlformats.org/drawingml/2006/main">
            <a:off x="8582025" y="6481763"/>
            <a:ext cx="12668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a:t>
            </a:r>
          </a:p>
        </p:txBody>
      </p:sp>
      <p:sp>
        <p:nvSpPr>
          <p:cNvPr id="65" name="node Topic">
            <a:extLst xmlns:a="http://schemas.openxmlformats.org/drawingml/2006/main">
              <a:ext uri="{FF2B5EF4-FFF2-40B4-BE49-F238E27FC236}">
                <a16:creationId xmlns:a16="http://schemas.microsoft.com/office/drawing/2014/main" id="{4D52C1C4-B49C-4E70-8565-5832AA19DEB7}"/>
              </a:ext>
            </a:extLst>
          </p:cNvPr>
          <p:cNvSpPr>
            <a:spLocks xmlns:a="http://schemas.openxmlformats.org/drawingml/2006/main" noGrp="1"/>
          </p:cNvSpPr>
          <p:nvPr/>
        </p:nvSpPr>
        <p:spPr>
          <a:xfrm xmlns:a="http://schemas.openxmlformats.org/drawingml/2006/main">
            <a:off x="10477500" y="6096000"/>
            <a:ext cx="1571625" cy="704850"/>
          </a:xfrm>
          <a:prstGeom xmlns:a="http://schemas.openxmlformats.org/drawingml/2006/main" prst="roundRect">
            <a:avLst>
              <a:gd name="adj" fmla="val 27027"/>
            </a:avLst>
          </a:prstGeom>
          <a:solidFill xmlns:a="http://schemas.openxmlformats.org/drawingml/2006/main">
            <a:srgbClr val="E4F1DF"/>
          </a:solidFill>
          <a:ln xmlns:a="http://schemas.openxmlformats.org/drawingml/2006/main" w="17145">
            <a:solidFill>
              <a:srgbClr val="57984C"/>
            </a:solidFill>
            <a:prstDash val="solid"/>
          </a:ln>
        </p:spPr>
      </p:sp>
      <p:sp>
        <p:nvSpPr>
          <p:cNvPr id="66" name="node title Topic">
            <a:extLst xmlns:a="http://schemas.openxmlformats.org/drawingml/2006/main">
              <a:ext uri="{FF2B5EF4-FFF2-40B4-BE49-F238E27FC236}">
                <a16:creationId xmlns:a16="http://schemas.microsoft.com/office/drawing/2014/main" id="{86C8F9CD-327E-4118-BD47-BF4C14248073}"/>
              </a:ext>
            </a:extLst>
          </p:cNvPr>
          <p:cNvSpPr>
            <a:spLocks xmlns:a="http://schemas.openxmlformats.org/drawingml/2006/main" noGrp="1"/>
          </p:cNvSpPr>
          <p:nvPr/>
        </p:nvSpPr>
        <p:spPr>
          <a:xfrm xmlns:a="http://schemas.openxmlformats.org/drawingml/2006/main">
            <a:off x="10544175" y="6153150"/>
            <a:ext cx="1438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Topic (25)</a:t>
            </a:r>
          </a:p>
        </p:txBody>
      </p:sp>
      <p:sp>
        <p:nvSpPr>
          <p:cNvPr id="67" name="attribute Topic 0">
            <a:extLst xmlns:a="http://schemas.openxmlformats.org/drawingml/2006/main">
              <a:ext uri="{FF2B5EF4-FFF2-40B4-BE49-F238E27FC236}">
                <a16:creationId xmlns:a16="http://schemas.microsoft.com/office/drawing/2014/main" id="{B23EEF53-BCC1-443C-90F7-54A1776D8294}"/>
              </a:ext>
            </a:extLst>
          </p:cNvPr>
          <p:cNvSpPr>
            <a:spLocks xmlns:a="http://schemas.openxmlformats.org/drawingml/2006/main" noGrp="1"/>
          </p:cNvSpPr>
          <p:nvPr/>
        </p:nvSpPr>
        <p:spPr>
          <a:xfrm xmlns:a="http://schemas.openxmlformats.org/drawingml/2006/main">
            <a:off x="10534650" y="6481763"/>
            <a:ext cx="14573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 basis</a:t>
            </a:r>
          </a:p>
        </p:txBody>
      </p:sp>
      <p:sp>
        <p:nvSpPr>
          <p:cNvPr id="68" name="node Audience">
            <a:extLst xmlns:a="http://schemas.openxmlformats.org/drawingml/2006/main">
              <a:ext uri="{FF2B5EF4-FFF2-40B4-BE49-F238E27FC236}">
                <a16:creationId xmlns:a16="http://schemas.microsoft.com/office/drawing/2014/main" id="{65AB7C70-2487-4E46-B280-941AEFD949E9}"/>
              </a:ext>
            </a:extLst>
          </p:cNvPr>
          <p:cNvSpPr>
            <a:spLocks xmlns:a="http://schemas.openxmlformats.org/drawingml/2006/main" noGrp="1"/>
          </p:cNvSpPr>
          <p:nvPr/>
        </p:nvSpPr>
        <p:spPr>
          <a:xfrm xmlns:a="http://schemas.openxmlformats.org/drawingml/2006/main">
            <a:off x="12858750" y="6096000"/>
            <a:ext cx="1809750" cy="704850"/>
          </a:xfrm>
          <a:prstGeom xmlns:a="http://schemas.openxmlformats.org/drawingml/2006/main" prst="roundRect">
            <a:avLst>
              <a:gd name="adj" fmla="val 27027"/>
            </a:avLst>
          </a:prstGeom>
          <a:solidFill xmlns:a="http://schemas.openxmlformats.org/drawingml/2006/main">
            <a:srgbClr val="E4F1DF"/>
          </a:solidFill>
          <a:ln xmlns:a="http://schemas.openxmlformats.org/drawingml/2006/main" w="17145">
            <a:solidFill>
              <a:srgbClr val="57984C"/>
            </a:solidFill>
            <a:prstDash val="solid"/>
          </a:ln>
        </p:spPr>
      </p:sp>
      <p:sp>
        <p:nvSpPr>
          <p:cNvPr id="69" name="node title Audience">
            <a:extLst xmlns:a="http://schemas.openxmlformats.org/drawingml/2006/main">
              <a:ext uri="{FF2B5EF4-FFF2-40B4-BE49-F238E27FC236}">
                <a16:creationId xmlns:a16="http://schemas.microsoft.com/office/drawing/2014/main" id="{26BC343A-D637-4AD2-B51A-7363A5EFBC3F}"/>
              </a:ext>
            </a:extLst>
          </p:cNvPr>
          <p:cNvSpPr>
            <a:spLocks xmlns:a="http://schemas.openxmlformats.org/drawingml/2006/main" noGrp="1"/>
          </p:cNvSpPr>
          <p:nvPr/>
        </p:nvSpPr>
        <p:spPr>
          <a:xfrm xmlns:a="http://schemas.openxmlformats.org/drawingml/2006/main">
            <a:off x="12925425" y="61531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Audience (8)</a:t>
            </a:r>
          </a:p>
        </p:txBody>
      </p:sp>
      <p:sp>
        <p:nvSpPr>
          <p:cNvPr id="70" name="attribute Audience 0">
            <a:extLst xmlns:a="http://schemas.openxmlformats.org/drawingml/2006/main">
              <a:ext uri="{FF2B5EF4-FFF2-40B4-BE49-F238E27FC236}">
                <a16:creationId xmlns:a16="http://schemas.microsoft.com/office/drawing/2014/main" id="{24F2C8CD-DB84-49FC-BB94-E66AE90F589A}"/>
              </a:ext>
            </a:extLst>
          </p:cNvPr>
          <p:cNvSpPr>
            <a:spLocks xmlns:a="http://schemas.openxmlformats.org/drawingml/2006/main" noGrp="1"/>
          </p:cNvSpPr>
          <p:nvPr/>
        </p:nvSpPr>
        <p:spPr>
          <a:xfrm xmlns:a="http://schemas.openxmlformats.org/drawingml/2006/main">
            <a:off x="12915900" y="6481763"/>
            <a:ext cx="1695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a:t>
            </a:r>
          </a:p>
        </p:txBody>
      </p:sp>
      <p:sp>
        <p:nvSpPr>
          <p:cNvPr id="71" name="node TopicGroup">
            <a:extLst xmlns:a="http://schemas.openxmlformats.org/drawingml/2006/main">
              <a:ext uri="{FF2B5EF4-FFF2-40B4-BE49-F238E27FC236}">
                <a16:creationId xmlns:a16="http://schemas.microsoft.com/office/drawing/2014/main" id="{AE0745B7-5401-4B31-A2C8-FEAEC08ADBE2}"/>
              </a:ext>
            </a:extLst>
          </p:cNvPr>
          <p:cNvSpPr>
            <a:spLocks xmlns:a="http://schemas.openxmlformats.org/drawingml/2006/main" noGrp="1"/>
          </p:cNvSpPr>
          <p:nvPr/>
        </p:nvSpPr>
        <p:spPr>
          <a:xfrm xmlns:a="http://schemas.openxmlformats.org/drawingml/2006/main">
            <a:off x="8572500" y="7239000"/>
            <a:ext cx="2857500" cy="723900"/>
          </a:xfrm>
          <a:prstGeom xmlns:a="http://schemas.openxmlformats.org/drawingml/2006/main" prst="roundRect">
            <a:avLst>
              <a:gd name="adj" fmla="val 26316"/>
            </a:avLst>
          </a:prstGeom>
          <a:solidFill xmlns:a="http://schemas.openxmlformats.org/drawingml/2006/main">
            <a:srgbClr val="FAFAF7"/>
          </a:solidFill>
          <a:ln xmlns:a="http://schemas.openxmlformats.org/drawingml/2006/main" w="17145">
            <a:solidFill>
              <a:srgbClr val="57984C"/>
            </a:solidFill>
            <a:prstDash val="dash"/>
          </a:ln>
        </p:spPr>
      </p:sp>
      <p:sp>
        <p:nvSpPr>
          <p:cNvPr id="72" name="node title TopicGroup">
            <a:extLst xmlns:a="http://schemas.openxmlformats.org/drawingml/2006/main">
              <a:ext uri="{FF2B5EF4-FFF2-40B4-BE49-F238E27FC236}">
                <a16:creationId xmlns:a16="http://schemas.microsoft.com/office/drawing/2014/main" id="{78F34EE5-A161-46A5-9AC5-31697741C125}"/>
              </a:ext>
            </a:extLst>
          </p:cNvPr>
          <p:cNvSpPr>
            <a:spLocks xmlns:a="http://schemas.openxmlformats.org/drawingml/2006/main" noGrp="1"/>
          </p:cNvSpPr>
          <p:nvPr/>
        </p:nvSpPr>
        <p:spPr>
          <a:xfrm xmlns:a="http://schemas.openxmlformats.org/drawingml/2006/main">
            <a:off x="8639175" y="72961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TopicGroup (4 proposed)</a:t>
            </a:r>
          </a:p>
        </p:txBody>
      </p:sp>
      <p:sp>
        <p:nvSpPr>
          <p:cNvPr id="73" name="attribute TopicGroup 0">
            <a:extLst xmlns:a="http://schemas.openxmlformats.org/drawingml/2006/main">
              <a:ext uri="{FF2B5EF4-FFF2-40B4-BE49-F238E27FC236}">
                <a16:creationId xmlns:a16="http://schemas.microsoft.com/office/drawing/2014/main" id="{3D2D4A38-C601-43E8-881D-906FF602FB24}"/>
              </a:ext>
            </a:extLst>
          </p:cNvPr>
          <p:cNvSpPr>
            <a:spLocks xmlns:a="http://schemas.openxmlformats.org/drawingml/2006/main" noGrp="1"/>
          </p:cNvSpPr>
          <p:nvPr/>
        </p:nvSpPr>
        <p:spPr>
          <a:xfrm xmlns:a="http://schemas.openxmlformats.org/drawingml/2006/main">
            <a:off x="8629650" y="7634288"/>
            <a:ext cx="2743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buNone/>
              <a:defRPr sz="1215" b="0">
                <a:solidFill>
                  <a:srgbClr val="000000"/>
                </a:solidFill>
                <a:latin typeface="Times New Roman"/>
                <a:ea typeface="Times New Roman"/>
                <a:cs typeface="Times New Roman"/>
              </a:defRPr>
            </a:lvl1pPr>
            <a:lvl2pPr algn="ctr">
              <a:buNone/>
              <a:defRPr sz="1215" b="0">
                <a:solidFill>
                  <a:srgbClr val="000000"/>
                </a:solidFill>
                <a:latin typeface="Times New Roman"/>
                <a:ea typeface="Times New Roman"/>
                <a:cs typeface="Times New Roman"/>
              </a:defRPr>
            </a:lvl2pPr>
            <a:lvl3pPr algn="ctr">
              <a:buNone/>
              <a:defRPr sz="1215" b="0">
                <a:solidFill>
                  <a:srgbClr val="000000"/>
                </a:solidFill>
                <a:latin typeface="Times New Roman"/>
                <a:ea typeface="Times New Roman"/>
                <a:cs typeface="Times New Roman"/>
              </a:defRPr>
            </a:lvl3pPr>
            <a:lvl4pPr algn="ctr">
              <a:buNone/>
              <a:defRPr sz="1215" b="0">
                <a:solidFill>
                  <a:srgbClr val="000000"/>
                </a:solidFill>
                <a:latin typeface="Times New Roman"/>
                <a:ea typeface="Times New Roman"/>
                <a:cs typeface="Times New Roman"/>
              </a:defRPr>
            </a:lvl4pPr>
            <a:lvl5pPr algn="ctr">
              <a:buNone/>
              <a:defRPr sz="1215" b="0">
                <a:solidFill>
                  <a:srgbClr val="000000"/>
                </a:solidFill>
                <a:latin typeface="Times New Roman"/>
                <a:ea typeface="Times New Roman"/>
                <a:cs typeface="Times New Roman"/>
              </a:defRPr>
            </a:lvl5pPr>
            <a:lvl6pPr algn="ctr">
              <a:buNone/>
              <a:defRPr sz="1215" b="0">
                <a:solidFill>
                  <a:srgbClr val="000000"/>
                </a:solidFill>
                <a:latin typeface="Times New Roman"/>
                <a:ea typeface="Times New Roman"/>
                <a:cs typeface="Times New Roman"/>
              </a:defRPr>
            </a:lvl6pPr>
            <a:lvl7pPr algn="ctr">
              <a:buNone/>
              <a:defRPr sz="1215" b="0">
                <a:solidFill>
                  <a:srgbClr val="000000"/>
                </a:solidFill>
                <a:latin typeface="Times New Roman"/>
                <a:ea typeface="Times New Roman"/>
                <a:cs typeface="Times New Roman"/>
              </a:defRPr>
            </a:lvl7pPr>
            <a:lvl8pPr algn="ctr">
              <a:buNone/>
              <a:defRPr sz="1215" b="0">
                <a:solidFill>
                  <a:srgbClr val="000000"/>
                </a:solidFill>
                <a:latin typeface="Times New Roman"/>
                <a:ea typeface="Times New Roman"/>
                <a:cs typeface="Times New Roman"/>
              </a:defRPr>
            </a:lvl8pPr>
            <a:lvl9pPr algn="ctr">
              <a:buNone/>
              <a:defRPr sz="1215" b="0">
                <a:solidFill>
                  <a:srgbClr val="000000"/>
                </a:solidFill>
                <a:latin typeface="Times New Roman"/>
                <a:ea typeface="Times New Roman"/>
                <a:cs typeface="Times New Roman"/>
              </a:defRPr>
            </a:lvl9pPr>
          </a:lstStyle>
          <a:p xmlns:a="http://schemas.openxmlformats.org/drawingml/2006/main">
            <a:pPr algn="ctr">
              <a:buNone/>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 basis</a:t>
            </a:r>
          </a:p>
        </p:txBody>
      </p:sp>
      <p:sp>
        <p:nvSpPr>
          <p:cNvPr id="74" name="node AgeRule">
            <a:extLst xmlns:a="http://schemas.openxmlformats.org/drawingml/2006/main">
              <a:ext uri="{FF2B5EF4-FFF2-40B4-BE49-F238E27FC236}">
                <a16:creationId xmlns:a16="http://schemas.microsoft.com/office/drawing/2014/main" id="{3312C20A-FEC1-4137-AD7F-69C82EDB0630}"/>
              </a:ext>
            </a:extLst>
          </p:cNvPr>
          <p:cNvSpPr>
            <a:spLocks xmlns:a="http://schemas.openxmlformats.org/drawingml/2006/main" noGrp="1"/>
          </p:cNvSpPr>
          <p:nvPr/>
        </p:nvSpPr>
        <p:spPr>
          <a:xfrm xmlns:a="http://schemas.openxmlformats.org/drawingml/2006/main">
            <a:off x="12382500" y="7239000"/>
            <a:ext cx="2286000" cy="723900"/>
          </a:xfrm>
          <a:prstGeom xmlns:a="http://schemas.openxmlformats.org/drawingml/2006/main" prst="roundRect">
            <a:avLst>
              <a:gd name="adj" fmla="val 26316"/>
            </a:avLst>
          </a:prstGeom>
          <a:solidFill xmlns:a="http://schemas.openxmlformats.org/drawingml/2006/main">
            <a:srgbClr val="E4F1DF"/>
          </a:solidFill>
          <a:ln xmlns:a="http://schemas.openxmlformats.org/drawingml/2006/main" w="17145">
            <a:solidFill>
              <a:srgbClr val="57984C"/>
            </a:solidFill>
            <a:prstDash val="solid"/>
          </a:ln>
        </p:spPr>
      </p:sp>
      <p:sp>
        <p:nvSpPr>
          <p:cNvPr id="75" name="node title AgeRule">
            <a:extLst xmlns:a="http://schemas.openxmlformats.org/drawingml/2006/main">
              <a:ext uri="{FF2B5EF4-FFF2-40B4-BE49-F238E27FC236}">
                <a16:creationId xmlns:a16="http://schemas.microsoft.com/office/drawing/2014/main" id="{D1A1C8BB-934F-44B2-862C-73AD3DA3646A}"/>
              </a:ext>
            </a:extLst>
          </p:cNvPr>
          <p:cNvSpPr>
            <a:spLocks xmlns:a="http://schemas.openxmlformats.org/drawingml/2006/main" noGrp="1"/>
          </p:cNvSpPr>
          <p:nvPr/>
        </p:nvSpPr>
        <p:spPr>
          <a:xfrm xmlns:a="http://schemas.openxmlformats.org/drawingml/2006/main">
            <a:off x="12449175" y="729615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buNone/>
              <a:defRPr sz="1575" b="1">
                <a:solidFill>
                  <a:srgbClr val="000000"/>
                </a:solidFill>
                <a:latin typeface="Times New Roman"/>
                <a:ea typeface="Times New Roman"/>
                <a:cs typeface="Times New Roman"/>
              </a:defRPr>
            </a:lvl1pPr>
            <a:lvl2pPr algn="ctr">
              <a:buNone/>
              <a:defRPr sz="1575" b="1">
                <a:solidFill>
                  <a:srgbClr val="000000"/>
                </a:solidFill>
                <a:latin typeface="Times New Roman"/>
                <a:ea typeface="Times New Roman"/>
                <a:cs typeface="Times New Roman"/>
              </a:defRPr>
            </a:lvl2pPr>
            <a:lvl3pPr algn="ctr">
              <a:buNone/>
              <a:defRPr sz="1575" b="1">
                <a:solidFill>
                  <a:srgbClr val="000000"/>
                </a:solidFill>
                <a:latin typeface="Times New Roman"/>
                <a:ea typeface="Times New Roman"/>
                <a:cs typeface="Times New Roman"/>
              </a:defRPr>
            </a:lvl3pPr>
            <a:lvl4pPr algn="ctr">
              <a:buNone/>
              <a:defRPr sz="1575" b="1">
                <a:solidFill>
                  <a:srgbClr val="000000"/>
                </a:solidFill>
                <a:latin typeface="Times New Roman"/>
                <a:ea typeface="Times New Roman"/>
                <a:cs typeface="Times New Roman"/>
              </a:defRPr>
            </a:lvl4pPr>
            <a:lvl5pPr algn="ctr">
              <a:buNone/>
              <a:defRPr sz="1575" b="1">
                <a:solidFill>
                  <a:srgbClr val="000000"/>
                </a:solidFill>
                <a:latin typeface="Times New Roman"/>
                <a:ea typeface="Times New Roman"/>
                <a:cs typeface="Times New Roman"/>
              </a:defRPr>
            </a:lvl5pPr>
            <a:lvl6pPr algn="ctr">
              <a:buNone/>
              <a:defRPr sz="1575" b="1">
                <a:solidFill>
                  <a:srgbClr val="000000"/>
                </a:solidFill>
                <a:latin typeface="Times New Roman"/>
                <a:ea typeface="Times New Roman"/>
                <a:cs typeface="Times New Roman"/>
              </a:defRPr>
            </a:lvl6pPr>
            <a:lvl7pPr algn="ctr">
              <a:buNone/>
              <a:defRPr sz="1575" b="1">
                <a:solidFill>
                  <a:srgbClr val="000000"/>
                </a:solidFill>
                <a:latin typeface="Times New Roman"/>
                <a:ea typeface="Times New Roman"/>
                <a:cs typeface="Times New Roman"/>
              </a:defRPr>
            </a:lvl7pPr>
            <a:lvl8pPr algn="ctr">
              <a:buNone/>
              <a:defRPr sz="1575" b="1">
                <a:solidFill>
                  <a:srgbClr val="000000"/>
                </a:solidFill>
                <a:latin typeface="Times New Roman"/>
                <a:ea typeface="Times New Roman"/>
                <a:cs typeface="Times New Roman"/>
              </a:defRPr>
            </a:lvl8pPr>
            <a:lvl9pPr algn="ctr">
              <a:buNone/>
              <a:defRPr sz="1575" b="1">
                <a:solidFill>
                  <a:srgbClr val="000000"/>
                </a:solidFill>
                <a:latin typeface="Times New Roman"/>
                <a:ea typeface="Times New Roman"/>
                <a:cs typeface="Times New Roman"/>
              </a:defRPr>
            </a:lvl9pPr>
          </a:lstStyle>
          <a:p xmlns:a="http://schemas.openxmlformats.org/drawingml/2006/main">
            <a:pPr algn="ctr">
              <a:buNone/>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AgeRule (4)</a:t>
            </a:r>
          </a:p>
        </p:txBody>
      </p:sp>
      <p:sp>
        <p:nvSpPr>
          <p:cNvPr id="76" name="attribute AgeRule 0">
            <a:extLst xmlns:a="http://schemas.openxmlformats.org/drawingml/2006/main">
              <a:ext uri="{FF2B5EF4-FFF2-40B4-BE49-F238E27FC236}">
                <a16:creationId xmlns:a16="http://schemas.microsoft.com/office/drawing/2014/main" id="{48DF2A57-1B4F-4F38-9176-B9427FD0F127}"/>
              </a:ext>
            </a:extLst>
          </p:cNvPr>
          <p:cNvSpPr>
            <a:spLocks xmlns:a="http://schemas.openxmlformats.org/drawingml/2006/main" noGrp="1"/>
          </p:cNvSpPr>
          <p:nvPr/>
        </p:nvSpPr>
        <p:spPr>
          <a:xfrm xmlns:a="http://schemas.openxmlformats.org/drawingml/2006/main">
            <a:off x="12439650" y="7634288"/>
            <a:ext cx="2171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33" b="0">
                <a:solidFill>
                  <a:srgbClr val="000000"/>
                </a:solidFill>
                <a:latin typeface="Times New Roman"/>
                <a:ea typeface="Times New Roman"/>
                <a:cs typeface="Times New Roman"/>
              </a:defRPr>
            </a:defPPr>
            <a:lvl1pPr algn="ctr">
              <a:buNone/>
              <a:defRPr sz="1133" b="0">
                <a:solidFill>
                  <a:srgbClr val="000000"/>
                </a:solidFill>
                <a:latin typeface="Times New Roman"/>
                <a:ea typeface="Times New Roman"/>
                <a:cs typeface="Times New Roman"/>
              </a:defRPr>
            </a:lvl1pPr>
            <a:lvl2pPr algn="ctr">
              <a:buNone/>
              <a:defRPr sz="1133" b="0">
                <a:solidFill>
                  <a:srgbClr val="000000"/>
                </a:solidFill>
                <a:latin typeface="Times New Roman"/>
                <a:ea typeface="Times New Roman"/>
                <a:cs typeface="Times New Roman"/>
              </a:defRPr>
            </a:lvl2pPr>
            <a:lvl3pPr algn="ctr">
              <a:buNone/>
              <a:defRPr sz="1133" b="0">
                <a:solidFill>
                  <a:srgbClr val="000000"/>
                </a:solidFill>
                <a:latin typeface="Times New Roman"/>
                <a:ea typeface="Times New Roman"/>
                <a:cs typeface="Times New Roman"/>
              </a:defRPr>
            </a:lvl3pPr>
            <a:lvl4pPr algn="ctr">
              <a:buNone/>
              <a:defRPr sz="1133" b="0">
                <a:solidFill>
                  <a:srgbClr val="000000"/>
                </a:solidFill>
                <a:latin typeface="Times New Roman"/>
                <a:ea typeface="Times New Roman"/>
                <a:cs typeface="Times New Roman"/>
              </a:defRPr>
            </a:lvl4pPr>
            <a:lvl5pPr algn="ctr">
              <a:buNone/>
              <a:defRPr sz="1133" b="0">
                <a:solidFill>
                  <a:srgbClr val="000000"/>
                </a:solidFill>
                <a:latin typeface="Times New Roman"/>
                <a:ea typeface="Times New Roman"/>
                <a:cs typeface="Times New Roman"/>
              </a:defRPr>
            </a:lvl5pPr>
            <a:lvl6pPr algn="ctr">
              <a:buNone/>
              <a:defRPr sz="1133" b="0">
                <a:solidFill>
                  <a:srgbClr val="000000"/>
                </a:solidFill>
                <a:latin typeface="Times New Roman"/>
                <a:ea typeface="Times New Roman"/>
                <a:cs typeface="Times New Roman"/>
              </a:defRPr>
            </a:lvl6pPr>
            <a:lvl7pPr algn="ctr">
              <a:buNone/>
              <a:defRPr sz="1133" b="0">
                <a:solidFill>
                  <a:srgbClr val="000000"/>
                </a:solidFill>
                <a:latin typeface="Times New Roman"/>
                <a:ea typeface="Times New Roman"/>
                <a:cs typeface="Times New Roman"/>
              </a:defRPr>
            </a:lvl7pPr>
            <a:lvl8pPr algn="ctr">
              <a:buNone/>
              <a:defRPr sz="1133" b="0">
                <a:solidFill>
                  <a:srgbClr val="000000"/>
                </a:solidFill>
                <a:latin typeface="Times New Roman"/>
                <a:ea typeface="Times New Roman"/>
                <a:cs typeface="Times New Roman"/>
              </a:defRPr>
            </a:lvl8pPr>
            <a:lvl9pPr algn="ctr">
              <a:buNone/>
              <a:defRPr sz="1133" b="0">
                <a:solidFill>
                  <a:srgbClr val="000000"/>
                </a:solidFill>
                <a:latin typeface="Times New Roman"/>
                <a:ea typeface="Times New Roman"/>
                <a:cs typeface="Times New Roman"/>
              </a:defRPr>
            </a:lvl9pPr>
          </a:lstStyle>
          <a:p xmlns:a="http://schemas.openxmlformats.org/drawingml/2006/main">
            <a:pPr algn="ctr">
              <a:buNone/>
              <a:defRPr sz="1133" b="0">
                <a:solidFill>
                  <a:srgbClr val="000000"/>
                </a:solidFill>
                <a:latin typeface="Times New Roman"/>
                <a:ea typeface="Times New Roman"/>
                <a:cs typeface="Times New Roman"/>
              </a:defRPr>
            </a:pPr>
            <a:r>
              <a:rPr sz="1133" b="0">
                <a:solidFill>
                  <a:srgbClr val="000000"/>
                </a:solidFill>
                <a:latin typeface="Times New Roman"/>
                <a:ea typeface="Times New Roman"/>
                <a:cs typeface="Times New Roman"/>
              </a:rPr>
              <a:t>minimum_age, comparison_operator</a:t>
            </a:r>
          </a:p>
        </p:txBody>
      </p:sp>
      <p:sp>
        <p:nvSpPr>
          <p:cNvPr id="77" name="label NOTES">
            <a:extLst xmlns:a="http://schemas.openxmlformats.org/drawingml/2006/main">
              <a:ext uri="{FF2B5EF4-FFF2-40B4-BE49-F238E27FC236}">
                <a16:creationId xmlns:a16="http://schemas.microsoft.com/office/drawing/2014/main" id="{F1A5C990-22EC-4BA1-92FB-91F359ED9BA0}"/>
              </a:ext>
            </a:extLst>
          </p:cNvPr>
          <p:cNvSpPr>
            <a:spLocks xmlns:a="http://schemas.openxmlformats.org/drawingml/2006/main" noGrp="1"/>
          </p:cNvSpPr>
          <p:nvPr/>
        </p:nvSpPr>
        <p:spPr>
          <a:xfrm xmlns:a="http://schemas.openxmlformats.org/drawingml/2006/main">
            <a:off x="2324100" y="19240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NOTES (4)</a:t>
            </a:r>
          </a:p>
        </p:txBody>
      </p:sp>
      <p:sp>
        <p:nvSpPr>
          <p:cNvPr id="78" name="label HAS_CITATION">
            <a:extLst xmlns:a="http://schemas.openxmlformats.org/drawingml/2006/main">
              <a:ext uri="{FF2B5EF4-FFF2-40B4-BE49-F238E27FC236}">
                <a16:creationId xmlns:a16="http://schemas.microsoft.com/office/drawing/2014/main" id="{C7F96C30-BBE9-43D3-B413-C6C2EFA53B2C}"/>
              </a:ext>
            </a:extLst>
          </p:cNvPr>
          <p:cNvSpPr>
            <a:spLocks xmlns:a="http://schemas.openxmlformats.org/drawingml/2006/main" noGrp="1"/>
          </p:cNvSpPr>
          <p:nvPr/>
        </p:nvSpPr>
        <p:spPr>
          <a:xfrm xmlns:a="http://schemas.openxmlformats.org/drawingml/2006/main">
            <a:off x="5219700" y="214312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HAS_CITATION (50)</a:t>
            </a:r>
          </a:p>
        </p:txBody>
      </p:sp>
      <p:sp>
        <p:nvSpPr>
          <p:cNvPr id="79" name="label FLAGGED">
            <a:extLst xmlns:a="http://schemas.openxmlformats.org/drawingml/2006/main">
              <a:ext uri="{FF2B5EF4-FFF2-40B4-BE49-F238E27FC236}">
                <a16:creationId xmlns:a16="http://schemas.microsoft.com/office/drawing/2014/main" id="{D047BA54-3E26-437B-BF5B-94FE8DA7AE49}"/>
              </a:ext>
            </a:extLst>
          </p:cNvPr>
          <p:cNvSpPr>
            <a:spLocks xmlns:a="http://schemas.openxmlformats.org/drawingml/2006/main" noGrp="1"/>
          </p:cNvSpPr>
          <p:nvPr/>
        </p:nvSpPr>
        <p:spPr>
          <a:xfrm xmlns:a="http://schemas.openxmlformats.org/drawingml/2006/main">
            <a:off x="4953000" y="388620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FLAGGED (30)</a:t>
            </a:r>
          </a:p>
        </p:txBody>
      </p:sp>
      <p:sp>
        <p:nvSpPr>
          <p:cNvPr id="80" name="label CITES">
            <a:extLst xmlns:a="http://schemas.openxmlformats.org/drawingml/2006/main">
              <a:ext uri="{FF2B5EF4-FFF2-40B4-BE49-F238E27FC236}">
                <a16:creationId xmlns:a16="http://schemas.microsoft.com/office/drawing/2014/main" id="{9B606F39-1E55-4C92-850A-87089ECE4400}"/>
              </a:ext>
            </a:extLst>
          </p:cNvPr>
          <p:cNvSpPr>
            <a:spLocks xmlns:a="http://schemas.openxmlformats.org/drawingml/2006/main" noGrp="1"/>
          </p:cNvSpPr>
          <p:nvPr/>
        </p:nvSpPr>
        <p:spPr>
          <a:xfrm xmlns:a="http://schemas.openxmlformats.org/drawingml/2006/main">
            <a:off x="6629400" y="342900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CITES (50)</a:t>
            </a:r>
          </a:p>
        </p:txBody>
      </p:sp>
      <p:sp>
        <p:nvSpPr>
          <p:cNvPr id="81" name="label credits">
            <a:extLst xmlns:a="http://schemas.openxmlformats.org/drawingml/2006/main">
              <a:ext uri="{FF2B5EF4-FFF2-40B4-BE49-F238E27FC236}">
                <a16:creationId xmlns:a16="http://schemas.microsoft.com/office/drawing/2014/main" id="{7C040F2C-9C11-41EB-B9BF-E4D9BD98DD34}"/>
              </a:ext>
            </a:extLst>
          </p:cNvPr>
          <p:cNvSpPr>
            <a:spLocks xmlns:a="http://schemas.openxmlformats.org/drawingml/2006/main" noGrp="1"/>
          </p:cNvSpPr>
          <p:nvPr/>
        </p:nvSpPr>
        <p:spPr>
          <a:xfrm xmlns:a="http://schemas.openxmlformats.org/drawingml/2006/main">
            <a:off x="8858250" y="3419475"/>
            <a:ext cx="142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CREATED (55)</a:t>
            </a:r>
          </a:p>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PUBLISHED (23)</a:t>
            </a:r>
          </a:p>
        </p:txBody>
      </p:sp>
      <p:sp>
        <p:nvSpPr>
          <p:cNvPr id="82" name="label resource_links">
            <a:extLst xmlns:a="http://schemas.openxmlformats.org/drawingml/2006/main">
              <a:ext uri="{FF2B5EF4-FFF2-40B4-BE49-F238E27FC236}">
                <a16:creationId xmlns:a16="http://schemas.microsoft.com/office/drawing/2014/main" id="{571E2AAA-0247-4A9C-9A24-31C0B8AF87D8}"/>
              </a:ext>
            </a:extLst>
          </p:cNvPr>
          <p:cNvSpPr>
            <a:spLocks xmlns:a="http://schemas.openxmlformats.org/drawingml/2006/main" noGrp="1"/>
          </p:cNvSpPr>
          <p:nvPr/>
        </p:nvSpPr>
        <p:spPr>
          <a:xfrm xmlns:a="http://schemas.openxmlformats.org/drawingml/2006/main">
            <a:off x="10687050" y="4362450"/>
            <a:ext cx="1838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65" b="0">
                <a:solidFill>
                  <a:srgbClr val="000000"/>
                </a:solidFill>
                <a:latin typeface="Times New Roman"/>
                <a:ea typeface="Times New Roman"/>
                <a:cs typeface="Times New Roman"/>
              </a:defRPr>
            </a:defPPr>
            <a:lvl1pPr algn="ctr">
              <a:buNone/>
              <a:defRPr sz="1065" b="0">
                <a:solidFill>
                  <a:srgbClr val="000000"/>
                </a:solidFill>
                <a:latin typeface="Times New Roman"/>
                <a:ea typeface="Times New Roman"/>
                <a:cs typeface="Times New Roman"/>
              </a:defRPr>
            </a:lvl1pPr>
            <a:lvl2pPr algn="ctr">
              <a:buNone/>
              <a:defRPr sz="1065" b="0">
                <a:solidFill>
                  <a:srgbClr val="000000"/>
                </a:solidFill>
                <a:latin typeface="Times New Roman"/>
                <a:ea typeface="Times New Roman"/>
                <a:cs typeface="Times New Roman"/>
              </a:defRPr>
            </a:lvl2pPr>
            <a:lvl3pPr algn="ctr">
              <a:buNone/>
              <a:defRPr sz="1065" b="0">
                <a:solidFill>
                  <a:srgbClr val="000000"/>
                </a:solidFill>
                <a:latin typeface="Times New Roman"/>
                <a:ea typeface="Times New Roman"/>
                <a:cs typeface="Times New Roman"/>
              </a:defRPr>
            </a:lvl3pPr>
            <a:lvl4pPr algn="ctr">
              <a:buNone/>
              <a:defRPr sz="1065" b="0">
                <a:solidFill>
                  <a:srgbClr val="000000"/>
                </a:solidFill>
                <a:latin typeface="Times New Roman"/>
                <a:ea typeface="Times New Roman"/>
                <a:cs typeface="Times New Roman"/>
              </a:defRPr>
            </a:lvl4pPr>
            <a:lvl5pPr algn="ctr">
              <a:buNone/>
              <a:defRPr sz="1065" b="0">
                <a:solidFill>
                  <a:srgbClr val="000000"/>
                </a:solidFill>
                <a:latin typeface="Times New Roman"/>
                <a:ea typeface="Times New Roman"/>
                <a:cs typeface="Times New Roman"/>
              </a:defRPr>
            </a:lvl5pPr>
            <a:lvl6pPr algn="ctr">
              <a:buNone/>
              <a:defRPr sz="1065" b="0">
                <a:solidFill>
                  <a:srgbClr val="000000"/>
                </a:solidFill>
                <a:latin typeface="Times New Roman"/>
                <a:ea typeface="Times New Roman"/>
                <a:cs typeface="Times New Roman"/>
              </a:defRPr>
            </a:lvl6pPr>
            <a:lvl7pPr algn="ctr">
              <a:buNone/>
              <a:defRPr sz="1065" b="0">
                <a:solidFill>
                  <a:srgbClr val="000000"/>
                </a:solidFill>
                <a:latin typeface="Times New Roman"/>
                <a:ea typeface="Times New Roman"/>
                <a:cs typeface="Times New Roman"/>
              </a:defRPr>
            </a:lvl7pPr>
            <a:lvl8pPr algn="ctr">
              <a:buNone/>
              <a:defRPr sz="1065" b="0">
                <a:solidFill>
                  <a:srgbClr val="000000"/>
                </a:solidFill>
                <a:latin typeface="Times New Roman"/>
                <a:ea typeface="Times New Roman"/>
                <a:cs typeface="Times New Roman"/>
              </a:defRPr>
            </a:lvl8pPr>
            <a:lvl9pPr algn="ctr">
              <a:buNone/>
              <a:defRPr sz="1065" b="0">
                <a:solidFill>
                  <a:srgbClr val="000000"/>
                </a:solidFill>
                <a:latin typeface="Times New Roman"/>
                <a:ea typeface="Times New Roman"/>
                <a:cs typeface="Times New Roman"/>
              </a:defRPr>
            </a:lvl9pPr>
          </a:lstStyle>
          <a:p xmlns:a="http://schemas.openxmlformats.org/drawingml/2006/main">
            <a:pPr algn="ctr">
              <a:buNone/>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POSSIBLY_SAME_AS (3)</a:t>
            </a:r>
          </a:p>
          <a:p xmlns:a="http://schemas.openxmlformats.org/drawingml/2006/main">
            <a:pPr algn="ctr">
              <a:buNone/>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DESCRIBES_SERVICE (1)</a:t>
            </a:r>
          </a:p>
        </p:txBody>
      </p:sp>
      <p:sp>
        <p:nvSpPr>
          <p:cNvPr id="83" name="label AVAILABLE_AT">
            <a:extLst xmlns:a="http://schemas.openxmlformats.org/drawingml/2006/main">
              <a:ext uri="{FF2B5EF4-FFF2-40B4-BE49-F238E27FC236}">
                <a16:creationId xmlns:a16="http://schemas.microsoft.com/office/drawing/2014/main" id="{8B6A67F6-4EB5-462F-A4F9-23D94A7636A5}"/>
              </a:ext>
            </a:extLst>
          </p:cNvPr>
          <p:cNvSpPr>
            <a:spLocks xmlns:a="http://schemas.openxmlformats.org/drawingml/2006/main" noGrp="1"/>
          </p:cNvSpPr>
          <p:nvPr/>
        </p:nvSpPr>
        <p:spPr>
          <a:xfrm xmlns:a="http://schemas.openxmlformats.org/drawingml/2006/main">
            <a:off x="4476750" y="5448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AVAILABLE_AT (45)</a:t>
            </a:r>
          </a:p>
        </p:txBody>
      </p:sp>
      <p:sp>
        <p:nvSpPr>
          <p:cNvPr id="84" name="label HAS_FORMAT">
            <a:extLst xmlns:a="http://schemas.openxmlformats.org/drawingml/2006/main">
              <a:ext uri="{FF2B5EF4-FFF2-40B4-BE49-F238E27FC236}">
                <a16:creationId xmlns:a16="http://schemas.microsoft.com/office/drawing/2014/main" id="{A14F6065-840D-4C33-97EE-7997944D1FE9}"/>
              </a:ext>
            </a:extLst>
          </p:cNvPr>
          <p:cNvSpPr>
            <a:spLocks xmlns:a="http://schemas.openxmlformats.org/drawingml/2006/main" noGrp="1"/>
          </p:cNvSpPr>
          <p:nvPr/>
        </p:nvSpPr>
        <p:spPr>
          <a:xfrm xmlns:a="http://schemas.openxmlformats.org/drawingml/2006/main">
            <a:off x="6572250" y="54578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HAS_FORMAT (49)</a:t>
            </a:r>
          </a:p>
        </p:txBody>
      </p:sp>
      <p:sp>
        <p:nvSpPr>
          <p:cNvPr id="85" name="label ABOUT">
            <a:extLst xmlns:a="http://schemas.openxmlformats.org/drawingml/2006/main">
              <a:ext uri="{FF2B5EF4-FFF2-40B4-BE49-F238E27FC236}">
                <a16:creationId xmlns:a16="http://schemas.microsoft.com/office/drawing/2014/main" id="{004E2439-BF35-4740-8A77-ACEBF1CC570F}"/>
              </a:ext>
            </a:extLst>
          </p:cNvPr>
          <p:cNvSpPr>
            <a:spLocks xmlns:a="http://schemas.openxmlformats.org/drawingml/2006/main" noGrp="1"/>
          </p:cNvSpPr>
          <p:nvPr/>
        </p:nvSpPr>
        <p:spPr>
          <a:xfrm xmlns:a="http://schemas.openxmlformats.org/drawingml/2006/main">
            <a:off x="11382375" y="56673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ABOUT (63)</a:t>
            </a:r>
          </a:p>
        </p:txBody>
      </p:sp>
      <p:sp>
        <p:nvSpPr>
          <p:cNvPr id="86" name="label FOR_AUDIENCE">
            <a:extLst xmlns:a="http://schemas.openxmlformats.org/drawingml/2006/main">
              <a:ext uri="{FF2B5EF4-FFF2-40B4-BE49-F238E27FC236}">
                <a16:creationId xmlns:a16="http://schemas.microsoft.com/office/drawing/2014/main" id="{C1171414-5D91-4ADC-9789-91E6BE74E61B}"/>
              </a:ext>
            </a:extLst>
          </p:cNvPr>
          <p:cNvSpPr>
            <a:spLocks xmlns:a="http://schemas.openxmlformats.org/drawingml/2006/main" noGrp="1"/>
          </p:cNvSpPr>
          <p:nvPr/>
        </p:nvSpPr>
        <p:spPr>
          <a:xfrm xmlns:a="http://schemas.openxmlformats.org/drawingml/2006/main">
            <a:off x="12696825" y="5324475"/>
            <a:ext cx="106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65" b="0">
                <a:solidFill>
                  <a:srgbClr val="000000"/>
                </a:solidFill>
                <a:latin typeface="Times New Roman"/>
                <a:ea typeface="Times New Roman"/>
                <a:cs typeface="Times New Roman"/>
              </a:defRPr>
            </a:defPPr>
            <a:lvl1pPr algn="ctr">
              <a:buNone/>
              <a:defRPr sz="1065" b="0">
                <a:solidFill>
                  <a:srgbClr val="000000"/>
                </a:solidFill>
                <a:latin typeface="Times New Roman"/>
                <a:ea typeface="Times New Roman"/>
                <a:cs typeface="Times New Roman"/>
              </a:defRPr>
            </a:lvl1pPr>
            <a:lvl2pPr algn="ctr">
              <a:buNone/>
              <a:defRPr sz="1065" b="0">
                <a:solidFill>
                  <a:srgbClr val="000000"/>
                </a:solidFill>
                <a:latin typeface="Times New Roman"/>
                <a:ea typeface="Times New Roman"/>
                <a:cs typeface="Times New Roman"/>
              </a:defRPr>
            </a:lvl2pPr>
            <a:lvl3pPr algn="ctr">
              <a:buNone/>
              <a:defRPr sz="1065" b="0">
                <a:solidFill>
                  <a:srgbClr val="000000"/>
                </a:solidFill>
                <a:latin typeface="Times New Roman"/>
                <a:ea typeface="Times New Roman"/>
                <a:cs typeface="Times New Roman"/>
              </a:defRPr>
            </a:lvl3pPr>
            <a:lvl4pPr algn="ctr">
              <a:buNone/>
              <a:defRPr sz="1065" b="0">
                <a:solidFill>
                  <a:srgbClr val="000000"/>
                </a:solidFill>
                <a:latin typeface="Times New Roman"/>
                <a:ea typeface="Times New Roman"/>
                <a:cs typeface="Times New Roman"/>
              </a:defRPr>
            </a:lvl4pPr>
            <a:lvl5pPr algn="ctr">
              <a:buNone/>
              <a:defRPr sz="1065" b="0">
                <a:solidFill>
                  <a:srgbClr val="000000"/>
                </a:solidFill>
                <a:latin typeface="Times New Roman"/>
                <a:ea typeface="Times New Roman"/>
                <a:cs typeface="Times New Roman"/>
              </a:defRPr>
            </a:lvl5pPr>
            <a:lvl6pPr algn="ctr">
              <a:buNone/>
              <a:defRPr sz="1065" b="0">
                <a:solidFill>
                  <a:srgbClr val="000000"/>
                </a:solidFill>
                <a:latin typeface="Times New Roman"/>
                <a:ea typeface="Times New Roman"/>
                <a:cs typeface="Times New Roman"/>
              </a:defRPr>
            </a:lvl6pPr>
            <a:lvl7pPr algn="ctr">
              <a:buNone/>
              <a:defRPr sz="1065" b="0">
                <a:solidFill>
                  <a:srgbClr val="000000"/>
                </a:solidFill>
                <a:latin typeface="Times New Roman"/>
                <a:ea typeface="Times New Roman"/>
                <a:cs typeface="Times New Roman"/>
              </a:defRPr>
            </a:lvl7pPr>
            <a:lvl8pPr algn="ctr">
              <a:buNone/>
              <a:defRPr sz="1065" b="0">
                <a:solidFill>
                  <a:srgbClr val="000000"/>
                </a:solidFill>
                <a:latin typeface="Times New Roman"/>
                <a:ea typeface="Times New Roman"/>
                <a:cs typeface="Times New Roman"/>
              </a:defRPr>
            </a:lvl8pPr>
            <a:lvl9pPr algn="ctr">
              <a:buNone/>
              <a:defRPr sz="1065" b="0">
                <a:solidFill>
                  <a:srgbClr val="000000"/>
                </a:solidFill>
                <a:latin typeface="Times New Roman"/>
                <a:ea typeface="Times New Roman"/>
                <a:cs typeface="Times New Roman"/>
              </a:defRPr>
            </a:lvl9pPr>
          </a:lstStyle>
          <a:p xmlns:a="http://schemas.openxmlformats.org/drawingml/2006/main">
            <a:pPr algn="ctr">
              <a:buNone/>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FOR_AUDIENCE</a:t>
            </a:r>
          </a:p>
          <a:p xmlns:a="http://schemas.openxmlformats.org/drawingml/2006/main">
            <a:pPr algn="ctr">
              <a:buNone/>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(55)</a:t>
            </a:r>
          </a:p>
        </p:txBody>
      </p:sp>
      <p:sp>
        <p:nvSpPr>
          <p:cNvPr id="87" name="label lists_topic">
            <a:extLst xmlns:a="http://schemas.openxmlformats.org/drawingml/2006/main">
              <a:ext uri="{FF2B5EF4-FFF2-40B4-BE49-F238E27FC236}">
                <a16:creationId xmlns:a16="http://schemas.microsoft.com/office/drawing/2014/main" id="{B3ADE683-123F-4BC0-AB72-26B08C5D0C05}"/>
              </a:ext>
            </a:extLst>
          </p:cNvPr>
          <p:cNvSpPr>
            <a:spLocks xmlns:a="http://schemas.openxmlformats.org/drawingml/2006/main" noGrp="1"/>
          </p:cNvSpPr>
          <p:nvPr/>
        </p:nvSpPr>
        <p:spPr>
          <a:xfrm xmlns:a="http://schemas.openxmlformats.org/drawingml/2006/main">
            <a:off x="12677775" y="3429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LISTS (25)</a:t>
            </a:r>
          </a:p>
        </p:txBody>
      </p:sp>
      <p:sp>
        <p:nvSpPr>
          <p:cNvPr id="88" name="label lists_audience">
            <a:extLst xmlns:a="http://schemas.openxmlformats.org/drawingml/2006/main">
              <a:ext uri="{FF2B5EF4-FFF2-40B4-BE49-F238E27FC236}">
                <a16:creationId xmlns:a16="http://schemas.microsoft.com/office/drawing/2014/main" id="{0B79565D-74D3-4917-8050-CD87761EF56E}"/>
              </a:ext>
            </a:extLst>
          </p:cNvPr>
          <p:cNvSpPr>
            <a:spLocks xmlns:a="http://schemas.openxmlformats.org/drawingml/2006/main" noGrp="1"/>
          </p:cNvSpPr>
          <p:nvPr/>
        </p:nvSpPr>
        <p:spPr>
          <a:xfrm xmlns:a="http://schemas.openxmlformats.org/drawingml/2006/main">
            <a:off x="13906500" y="3886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LISTS (8)</a:t>
            </a:r>
          </a:p>
        </p:txBody>
      </p:sp>
      <p:sp>
        <p:nvSpPr>
          <p:cNvPr id="89" name="label lists_age">
            <a:extLst xmlns:a="http://schemas.openxmlformats.org/drawingml/2006/main">
              <a:ext uri="{FF2B5EF4-FFF2-40B4-BE49-F238E27FC236}">
                <a16:creationId xmlns:a16="http://schemas.microsoft.com/office/drawing/2014/main" id="{3E79C6E9-054C-4B89-8FB2-0390A7F91D0D}"/>
              </a:ext>
            </a:extLst>
          </p:cNvPr>
          <p:cNvSpPr>
            <a:spLocks xmlns:a="http://schemas.openxmlformats.org/drawingml/2006/main" noGrp="1"/>
          </p:cNvSpPr>
          <p:nvPr/>
        </p:nvSpPr>
        <p:spPr>
          <a:xfrm xmlns:a="http://schemas.openxmlformats.org/drawingml/2006/main">
            <a:off x="14001750" y="520065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LISTS (4)</a:t>
            </a:r>
          </a:p>
        </p:txBody>
      </p:sp>
      <p:sp>
        <p:nvSpPr>
          <p:cNvPr id="90" name="label DEFINED_BY">
            <a:extLst xmlns:a="http://schemas.openxmlformats.org/drawingml/2006/main">
              <a:ext uri="{FF2B5EF4-FFF2-40B4-BE49-F238E27FC236}">
                <a16:creationId xmlns:a16="http://schemas.microsoft.com/office/drawing/2014/main" id="{789D8E59-5458-4908-AED9-A2F1E2E35A39}"/>
              </a:ext>
            </a:extLst>
          </p:cNvPr>
          <p:cNvSpPr>
            <a:spLocks xmlns:a="http://schemas.openxmlformats.org/drawingml/2006/main" noGrp="1"/>
          </p:cNvSpPr>
          <p:nvPr/>
        </p:nvSpPr>
        <p:spPr>
          <a:xfrm xmlns:a="http://schemas.openxmlformats.org/drawingml/2006/main">
            <a:off x="13716000" y="68961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88" b="0">
                <a:solidFill>
                  <a:srgbClr val="000000"/>
                </a:solidFill>
                <a:latin typeface="Times New Roman"/>
                <a:ea typeface="Times New Roman"/>
                <a:cs typeface="Times New Roman"/>
              </a:defRPr>
            </a:defPPr>
            <a:lvl1pPr algn="ctr">
              <a:buNone/>
              <a:defRPr sz="1088" b="0">
                <a:solidFill>
                  <a:srgbClr val="000000"/>
                </a:solidFill>
                <a:latin typeface="Times New Roman"/>
                <a:ea typeface="Times New Roman"/>
                <a:cs typeface="Times New Roman"/>
              </a:defRPr>
            </a:lvl1pPr>
            <a:lvl2pPr algn="ctr">
              <a:buNone/>
              <a:defRPr sz="1088" b="0">
                <a:solidFill>
                  <a:srgbClr val="000000"/>
                </a:solidFill>
                <a:latin typeface="Times New Roman"/>
                <a:ea typeface="Times New Roman"/>
                <a:cs typeface="Times New Roman"/>
              </a:defRPr>
            </a:lvl2pPr>
            <a:lvl3pPr algn="ctr">
              <a:buNone/>
              <a:defRPr sz="1088" b="0">
                <a:solidFill>
                  <a:srgbClr val="000000"/>
                </a:solidFill>
                <a:latin typeface="Times New Roman"/>
                <a:ea typeface="Times New Roman"/>
                <a:cs typeface="Times New Roman"/>
              </a:defRPr>
            </a:lvl3pPr>
            <a:lvl4pPr algn="ctr">
              <a:buNone/>
              <a:defRPr sz="1088" b="0">
                <a:solidFill>
                  <a:srgbClr val="000000"/>
                </a:solidFill>
                <a:latin typeface="Times New Roman"/>
                <a:ea typeface="Times New Roman"/>
                <a:cs typeface="Times New Roman"/>
              </a:defRPr>
            </a:lvl4pPr>
            <a:lvl5pPr algn="ctr">
              <a:buNone/>
              <a:defRPr sz="1088" b="0">
                <a:solidFill>
                  <a:srgbClr val="000000"/>
                </a:solidFill>
                <a:latin typeface="Times New Roman"/>
                <a:ea typeface="Times New Roman"/>
                <a:cs typeface="Times New Roman"/>
              </a:defRPr>
            </a:lvl5pPr>
            <a:lvl6pPr algn="ctr">
              <a:buNone/>
              <a:defRPr sz="1088" b="0">
                <a:solidFill>
                  <a:srgbClr val="000000"/>
                </a:solidFill>
                <a:latin typeface="Times New Roman"/>
                <a:ea typeface="Times New Roman"/>
                <a:cs typeface="Times New Roman"/>
              </a:defRPr>
            </a:lvl6pPr>
            <a:lvl7pPr algn="ctr">
              <a:buNone/>
              <a:defRPr sz="1088" b="0">
                <a:solidFill>
                  <a:srgbClr val="000000"/>
                </a:solidFill>
                <a:latin typeface="Times New Roman"/>
                <a:ea typeface="Times New Roman"/>
                <a:cs typeface="Times New Roman"/>
              </a:defRPr>
            </a:lvl7pPr>
            <a:lvl8pPr algn="ctr">
              <a:buNone/>
              <a:defRPr sz="1088" b="0">
                <a:solidFill>
                  <a:srgbClr val="000000"/>
                </a:solidFill>
                <a:latin typeface="Times New Roman"/>
                <a:ea typeface="Times New Roman"/>
                <a:cs typeface="Times New Roman"/>
              </a:defRPr>
            </a:lvl8pPr>
            <a:lvl9pPr algn="ctr">
              <a:buNone/>
              <a:defRPr sz="1088" b="0">
                <a:solidFill>
                  <a:srgbClr val="000000"/>
                </a:solidFill>
                <a:latin typeface="Times New Roman"/>
                <a:ea typeface="Times New Roman"/>
                <a:cs typeface="Times New Roman"/>
              </a:defRPr>
            </a:lvl9pPr>
          </a:lstStyle>
          <a:p xmlns:a="http://schemas.openxmlformats.org/drawingml/2006/main">
            <a:pPr algn="ctr">
              <a:buNone/>
              <a:defRPr sz="1088" b="0">
                <a:solidFill>
                  <a:srgbClr val="000000"/>
                </a:solidFill>
                <a:latin typeface="Times New Roman"/>
                <a:ea typeface="Times New Roman"/>
                <a:cs typeface="Times New Roman"/>
              </a:defRPr>
            </a:pPr>
            <a:r>
              <a:rPr sz="1088" b="0">
                <a:solidFill>
                  <a:srgbClr val="000000"/>
                </a:solidFill>
                <a:latin typeface="Times New Roman"/>
                <a:ea typeface="Times New Roman"/>
                <a:cs typeface="Times New Roman"/>
              </a:rPr>
              <a:t>DEFINED_BY (4)</a:t>
            </a:r>
          </a:p>
        </p:txBody>
      </p:sp>
      <p:sp>
        <p:nvSpPr>
          <p:cNvPr id="91" name="label IN_GROUP">
            <a:extLst xmlns:a="http://schemas.openxmlformats.org/drawingml/2006/main">
              <a:ext uri="{FF2B5EF4-FFF2-40B4-BE49-F238E27FC236}">
                <a16:creationId xmlns:a16="http://schemas.microsoft.com/office/drawing/2014/main" id="{7C964937-248D-47FF-8ED5-2FD69C270082}"/>
              </a:ext>
            </a:extLst>
          </p:cNvPr>
          <p:cNvSpPr>
            <a:spLocks xmlns:a="http://schemas.openxmlformats.org/drawingml/2006/main" noGrp="1"/>
          </p:cNvSpPr>
          <p:nvPr/>
        </p:nvSpPr>
        <p:spPr>
          <a:xfrm xmlns:a="http://schemas.openxmlformats.org/drawingml/2006/main">
            <a:off x="8515350" y="68675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buNone/>
              <a:defRPr sz="1170" b="0">
                <a:solidFill>
                  <a:srgbClr val="000000"/>
                </a:solidFill>
                <a:latin typeface="Times New Roman"/>
                <a:ea typeface="Times New Roman"/>
                <a:cs typeface="Times New Roman"/>
              </a:defRPr>
            </a:lvl1pPr>
            <a:lvl2pPr algn="ctr">
              <a:buNone/>
              <a:defRPr sz="1170" b="0">
                <a:solidFill>
                  <a:srgbClr val="000000"/>
                </a:solidFill>
                <a:latin typeface="Times New Roman"/>
                <a:ea typeface="Times New Roman"/>
                <a:cs typeface="Times New Roman"/>
              </a:defRPr>
            </a:lvl2pPr>
            <a:lvl3pPr algn="ctr">
              <a:buNone/>
              <a:defRPr sz="1170" b="0">
                <a:solidFill>
                  <a:srgbClr val="000000"/>
                </a:solidFill>
                <a:latin typeface="Times New Roman"/>
                <a:ea typeface="Times New Roman"/>
                <a:cs typeface="Times New Roman"/>
              </a:defRPr>
            </a:lvl3pPr>
            <a:lvl4pPr algn="ctr">
              <a:buNone/>
              <a:defRPr sz="1170" b="0">
                <a:solidFill>
                  <a:srgbClr val="000000"/>
                </a:solidFill>
                <a:latin typeface="Times New Roman"/>
                <a:ea typeface="Times New Roman"/>
                <a:cs typeface="Times New Roman"/>
              </a:defRPr>
            </a:lvl4pPr>
            <a:lvl5pPr algn="ctr">
              <a:buNone/>
              <a:defRPr sz="1170" b="0">
                <a:solidFill>
                  <a:srgbClr val="000000"/>
                </a:solidFill>
                <a:latin typeface="Times New Roman"/>
                <a:ea typeface="Times New Roman"/>
                <a:cs typeface="Times New Roman"/>
              </a:defRPr>
            </a:lvl5pPr>
            <a:lvl6pPr algn="ctr">
              <a:buNone/>
              <a:defRPr sz="1170" b="0">
                <a:solidFill>
                  <a:srgbClr val="000000"/>
                </a:solidFill>
                <a:latin typeface="Times New Roman"/>
                <a:ea typeface="Times New Roman"/>
                <a:cs typeface="Times New Roman"/>
              </a:defRPr>
            </a:lvl6pPr>
            <a:lvl7pPr algn="ctr">
              <a:buNone/>
              <a:defRPr sz="1170" b="0">
                <a:solidFill>
                  <a:srgbClr val="000000"/>
                </a:solidFill>
                <a:latin typeface="Times New Roman"/>
                <a:ea typeface="Times New Roman"/>
                <a:cs typeface="Times New Roman"/>
              </a:defRPr>
            </a:lvl7pPr>
            <a:lvl8pPr algn="ctr">
              <a:buNone/>
              <a:defRPr sz="1170" b="0">
                <a:solidFill>
                  <a:srgbClr val="000000"/>
                </a:solidFill>
                <a:latin typeface="Times New Roman"/>
                <a:ea typeface="Times New Roman"/>
                <a:cs typeface="Times New Roman"/>
              </a:defRPr>
            </a:lvl8pPr>
            <a:lvl9pPr algn="ctr">
              <a:buNone/>
              <a:defRPr sz="1170" b="0">
                <a:solidFill>
                  <a:srgbClr val="000000"/>
                </a:solidFill>
                <a:latin typeface="Times New Roman"/>
                <a:ea typeface="Times New Roman"/>
                <a:cs typeface="Times New Roman"/>
              </a:defRPr>
            </a:lvl9pPr>
          </a:lstStyle>
          <a:p xmlns:a="http://schemas.openxmlformats.org/drawingml/2006/main">
            <a:pPr algn="ctr">
              <a:buNone/>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IN_GROUP (25 proposed)</a:t>
            </a:r>
          </a:p>
        </p:txBody>
      </p:sp>
      <p:sp>
        <p:nvSpPr>
          <p:cNvPr id="92" name="example 0">
            <a:extLst xmlns:a="http://schemas.openxmlformats.org/drawingml/2006/main">
              <a:ext uri="{FF2B5EF4-FFF2-40B4-BE49-F238E27FC236}">
                <a16:creationId xmlns:a16="http://schemas.microsoft.com/office/drawing/2014/main" id="{ECE3300F-C733-4141-89EC-0C43854541A9}"/>
              </a:ext>
            </a:extLst>
          </p:cNvPr>
          <p:cNvSpPr>
            <a:spLocks xmlns:a="http://schemas.openxmlformats.org/drawingml/2006/main" noGrp="1"/>
          </p:cNvSpPr>
          <p:nvPr/>
        </p:nvSpPr>
        <p:spPr>
          <a:xfrm xmlns:a="http://schemas.openxmlformats.org/drawingml/2006/main">
            <a:off x="523875" y="5953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00000"/>
                </a:solidFill>
                <a:latin typeface="Times New Roman"/>
                <a:ea typeface="Times New Roman"/>
                <a:cs typeface="Times New Roman"/>
              </a:defRPr>
            </a:defPPr>
            <a:lvl1pPr algn="l">
              <a:buNone/>
              <a:defRPr sz="1425" b="1">
                <a:solidFill>
                  <a:srgbClr val="000000"/>
                </a:solidFill>
                <a:latin typeface="Times New Roman"/>
                <a:ea typeface="Times New Roman"/>
                <a:cs typeface="Times New Roman"/>
              </a:defRPr>
            </a:lvl1pPr>
            <a:lvl2pPr algn="l">
              <a:buNone/>
              <a:defRPr sz="1425" b="1">
                <a:solidFill>
                  <a:srgbClr val="000000"/>
                </a:solidFill>
                <a:latin typeface="Times New Roman"/>
                <a:ea typeface="Times New Roman"/>
                <a:cs typeface="Times New Roman"/>
              </a:defRPr>
            </a:lvl2pPr>
            <a:lvl3pPr algn="l">
              <a:buNone/>
              <a:defRPr sz="1425" b="1">
                <a:solidFill>
                  <a:srgbClr val="000000"/>
                </a:solidFill>
                <a:latin typeface="Times New Roman"/>
                <a:ea typeface="Times New Roman"/>
                <a:cs typeface="Times New Roman"/>
              </a:defRPr>
            </a:lvl3pPr>
            <a:lvl4pPr algn="l">
              <a:buNone/>
              <a:defRPr sz="1425" b="1">
                <a:solidFill>
                  <a:srgbClr val="000000"/>
                </a:solidFill>
                <a:latin typeface="Times New Roman"/>
                <a:ea typeface="Times New Roman"/>
                <a:cs typeface="Times New Roman"/>
              </a:defRPr>
            </a:lvl4pPr>
            <a:lvl5pPr algn="l">
              <a:buNone/>
              <a:defRPr sz="1425" b="1">
                <a:solidFill>
                  <a:srgbClr val="000000"/>
                </a:solidFill>
                <a:latin typeface="Times New Roman"/>
                <a:ea typeface="Times New Roman"/>
                <a:cs typeface="Times New Roman"/>
              </a:defRPr>
            </a:lvl5pPr>
            <a:lvl6pPr algn="l">
              <a:buNone/>
              <a:defRPr sz="1425" b="1">
                <a:solidFill>
                  <a:srgbClr val="000000"/>
                </a:solidFill>
                <a:latin typeface="Times New Roman"/>
                <a:ea typeface="Times New Roman"/>
                <a:cs typeface="Times New Roman"/>
              </a:defRPr>
            </a:lvl6pPr>
            <a:lvl7pPr algn="l">
              <a:buNone/>
              <a:defRPr sz="1425" b="1">
                <a:solidFill>
                  <a:srgbClr val="000000"/>
                </a:solidFill>
                <a:latin typeface="Times New Roman"/>
                <a:ea typeface="Times New Roman"/>
                <a:cs typeface="Times New Roman"/>
              </a:defRPr>
            </a:lvl7pPr>
            <a:lvl8pPr algn="l">
              <a:buNone/>
              <a:defRPr sz="1425" b="1">
                <a:solidFill>
                  <a:srgbClr val="000000"/>
                </a:solidFill>
                <a:latin typeface="Times New Roman"/>
                <a:ea typeface="Times New Roman"/>
                <a:cs typeface="Times New Roman"/>
              </a:defRPr>
            </a:lvl8pPr>
            <a:lvl9pPr algn="l">
              <a:buNone/>
              <a:defRPr sz="1425" b="1">
                <a:solidFill>
                  <a:srgbClr val="000000"/>
                </a:solidFill>
                <a:latin typeface="Times New Roman"/>
                <a:ea typeface="Times New Roman"/>
                <a:cs typeface="Times New Roman"/>
              </a:defRPr>
            </a:lvl9pPr>
          </a:lstStyle>
          <a:p xmlns:a="http://schemas.openxmlformats.org/drawingml/2006/main">
            <a:pPr algn="l">
              <a:buNone/>
              <a:defRPr sz="1425" b="1">
                <a:solidFill>
                  <a:srgbClr val="000000"/>
                </a:solidFill>
                <a:latin typeface="Times New Roman"/>
                <a:ea typeface="Times New Roman"/>
                <a:cs typeface="Times New Roman"/>
              </a:defRPr>
            </a:pPr>
            <a:r>
              <a:rPr sz="1425" b="1">
                <a:solidFill>
                  <a:srgbClr val="000000"/>
                </a:solidFill>
                <a:latin typeface="Times New Roman"/>
                <a:ea typeface="Times New Roman"/>
                <a:cs typeface="Times New Roman"/>
              </a:rPr>
              <a:t>Example ABOUT relationship</a:t>
            </a:r>
          </a:p>
        </p:txBody>
      </p:sp>
      <p:sp>
        <p:nvSpPr>
          <p:cNvPr id="93" name="example 1">
            <a:extLst xmlns:a="http://schemas.openxmlformats.org/drawingml/2006/main">
              <a:ext uri="{FF2B5EF4-FFF2-40B4-BE49-F238E27FC236}">
                <a16:creationId xmlns:a16="http://schemas.microsoft.com/office/drawing/2014/main" id="{17692A4A-AAD9-4D60-BA1A-F7C59A9D1896}"/>
              </a:ext>
            </a:extLst>
          </p:cNvPr>
          <p:cNvSpPr>
            <a:spLocks xmlns:a="http://schemas.openxmlformats.org/drawingml/2006/main" noGrp="1"/>
          </p:cNvSpPr>
          <p:nvPr/>
        </p:nvSpPr>
        <p:spPr>
          <a:xfrm xmlns:a="http://schemas.openxmlformats.org/drawingml/2006/main">
            <a:off x="523875" y="62198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1">
                <a:solidFill>
                  <a:srgbClr val="000000"/>
                </a:solidFill>
                <a:latin typeface="Times New Roman"/>
                <a:ea typeface="Times New Roman"/>
                <a:cs typeface="Times New Roman"/>
              </a:defRPr>
            </a:defPPr>
            <a:lvl1pPr algn="l">
              <a:buNone/>
              <a:defRPr sz="1275" b="1">
                <a:solidFill>
                  <a:srgbClr val="000000"/>
                </a:solidFill>
                <a:latin typeface="Times New Roman"/>
                <a:ea typeface="Times New Roman"/>
                <a:cs typeface="Times New Roman"/>
              </a:defRPr>
            </a:lvl1pPr>
            <a:lvl2pPr algn="l">
              <a:buNone/>
              <a:defRPr sz="1275" b="1">
                <a:solidFill>
                  <a:srgbClr val="000000"/>
                </a:solidFill>
                <a:latin typeface="Times New Roman"/>
                <a:ea typeface="Times New Roman"/>
                <a:cs typeface="Times New Roman"/>
              </a:defRPr>
            </a:lvl2pPr>
            <a:lvl3pPr algn="l">
              <a:buNone/>
              <a:defRPr sz="1275" b="1">
                <a:solidFill>
                  <a:srgbClr val="000000"/>
                </a:solidFill>
                <a:latin typeface="Times New Roman"/>
                <a:ea typeface="Times New Roman"/>
                <a:cs typeface="Times New Roman"/>
              </a:defRPr>
            </a:lvl3pPr>
            <a:lvl4pPr algn="l">
              <a:buNone/>
              <a:defRPr sz="1275" b="1">
                <a:solidFill>
                  <a:srgbClr val="000000"/>
                </a:solidFill>
                <a:latin typeface="Times New Roman"/>
                <a:ea typeface="Times New Roman"/>
                <a:cs typeface="Times New Roman"/>
              </a:defRPr>
            </a:lvl4pPr>
            <a:lvl5pPr algn="l">
              <a:buNone/>
              <a:defRPr sz="1275" b="1">
                <a:solidFill>
                  <a:srgbClr val="000000"/>
                </a:solidFill>
                <a:latin typeface="Times New Roman"/>
                <a:ea typeface="Times New Roman"/>
                <a:cs typeface="Times New Roman"/>
              </a:defRPr>
            </a:lvl5pPr>
            <a:lvl6pPr algn="l">
              <a:buNone/>
              <a:defRPr sz="1275" b="1">
                <a:solidFill>
                  <a:srgbClr val="000000"/>
                </a:solidFill>
                <a:latin typeface="Times New Roman"/>
                <a:ea typeface="Times New Roman"/>
                <a:cs typeface="Times New Roman"/>
              </a:defRPr>
            </a:lvl6pPr>
            <a:lvl7pPr algn="l">
              <a:buNone/>
              <a:defRPr sz="1275" b="1">
                <a:solidFill>
                  <a:srgbClr val="000000"/>
                </a:solidFill>
                <a:latin typeface="Times New Roman"/>
                <a:ea typeface="Times New Roman"/>
                <a:cs typeface="Times New Roman"/>
              </a:defRPr>
            </a:lvl7pPr>
            <a:lvl8pPr algn="l">
              <a:buNone/>
              <a:defRPr sz="1275" b="1">
                <a:solidFill>
                  <a:srgbClr val="000000"/>
                </a:solidFill>
                <a:latin typeface="Times New Roman"/>
                <a:ea typeface="Times New Roman"/>
                <a:cs typeface="Times New Roman"/>
              </a:defRPr>
            </a:lvl8pPr>
            <a:lvl9pPr algn="l">
              <a:buNone/>
              <a:defRPr sz="1275" b="1">
                <a:solidFill>
                  <a:srgbClr val="000000"/>
                </a:solidFill>
                <a:latin typeface="Times New Roman"/>
                <a:ea typeface="Times New Roman"/>
                <a:cs typeface="Times New Roman"/>
              </a:defRPr>
            </a:lvl9pPr>
          </a:lstStyle>
          <a:p xmlns:a="http://schemas.openxmlformats.org/drawingml/2006/main">
            <a:pPr algn="l">
              <a:buNone/>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r034 → phishing</a:t>
            </a:r>
          </a:p>
        </p:txBody>
      </p:sp>
      <p:sp>
        <p:nvSpPr>
          <p:cNvPr id="94" name="example 2">
            <a:extLst xmlns:a="http://schemas.openxmlformats.org/drawingml/2006/main">
              <a:ext uri="{FF2B5EF4-FFF2-40B4-BE49-F238E27FC236}">
                <a16:creationId xmlns:a16="http://schemas.microsoft.com/office/drawing/2014/main" id="{52B45A29-1DBF-4650-96A4-EE4B083182F2}"/>
              </a:ext>
            </a:extLst>
          </p:cNvPr>
          <p:cNvSpPr>
            <a:spLocks xmlns:a="http://schemas.openxmlformats.org/drawingml/2006/main" noGrp="1"/>
          </p:cNvSpPr>
          <p:nvPr/>
        </p:nvSpPr>
        <p:spPr>
          <a:xfrm xmlns:a="http://schemas.openxmlformats.org/drawingml/2006/main">
            <a:off x="523875" y="64865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000000"/>
                </a:solidFill>
                <a:latin typeface="Times New Roman"/>
                <a:ea typeface="Times New Roman"/>
                <a:cs typeface="Times New Roman"/>
              </a:defRPr>
            </a:defPPr>
            <a:lvl1pPr algn="l">
              <a:buNone/>
              <a:defRPr sz="1275" b="0">
                <a:solidFill>
                  <a:srgbClr val="000000"/>
                </a:solidFill>
                <a:latin typeface="Times New Roman"/>
                <a:ea typeface="Times New Roman"/>
                <a:cs typeface="Times New Roman"/>
              </a:defRPr>
            </a:lvl1pPr>
            <a:lvl2pPr algn="l">
              <a:buNone/>
              <a:defRPr sz="1275" b="0">
                <a:solidFill>
                  <a:srgbClr val="000000"/>
                </a:solidFill>
                <a:latin typeface="Times New Roman"/>
                <a:ea typeface="Times New Roman"/>
                <a:cs typeface="Times New Roman"/>
              </a:defRPr>
            </a:lvl2pPr>
            <a:lvl3pPr algn="l">
              <a:buNone/>
              <a:defRPr sz="1275" b="0">
                <a:solidFill>
                  <a:srgbClr val="000000"/>
                </a:solidFill>
                <a:latin typeface="Times New Roman"/>
                <a:ea typeface="Times New Roman"/>
                <a:cs typeface="Times New Roman"/>
              </a:defRPr>
            </a:lvl3pPr>
            <a:lvl4pPr algn="l">
              <a:buNone/>
              <a:defRPr sz="1275" b="0">
                <a:solidFill>
                  <a:srgbClr val="000000"/>
                </a:solidFill>
                <a:latin typeface="Times New Roman"/>
                <a:ea typeface="Times New Roman"/>
                <a:cs typeface="Times New Roman"/>
              </a:defRPr>
            </a:lvl4pPr>
            <a:lvl5pPr algn="l">
              <a:buNone/>
              <a:defRPr sz="1275" b="0">
                <a:solidFill>
                  <a:srgbClr val="000000"/>
                </a:solidFill>
                <a:latin typeface="Times New Roman"/>
                <a:ea typeface="Times New Roman"/>
                <a:cs typeface="Times New Roman"/>
              </a:defRPr>
            </a:lvl5pPr>
            <a:lvl6pPr algn="l">
              <a:buNone/>
              <a:defRPr sz="1275" b="0">
                <a:solidFill>
                  <a:srgbClr val="000000"/>
                </a:solidFill>
                <a:latin typeface="Times New Roman"/>
                <a:ea typeface="Times New Roman"/>
                <a:cs typeface="Times New Roman"/>
              </a:defRPr>
            </a:lvl6pPr>
            <a:lvl7pPr algn="l">
              <a:buNone/>
              <a:defRPr sz="1275" b="0">
                <a:solidFill>
                  <a:srgbClr val="000000"/>
                </a:solidFill>
                <a:latin typeface="Times New Roman"/>
                <a:ea typeface="Times New Roman"/>
                <a:cs typeface="Times New Roman"/>
              </a:defRPr>
            </a:lvl7pPr>
            <a:lvl8pPr algn="l">
              <a:buNone/>
              <a:defRPr sz="1275" b="0">
                <a:solidFill>
                  <a:srgbClr val="000000"/>
                </a:solidFill>
                <a:latin typeface="Times New Roman"/>
                <a:ea typeface="Times New Roman"/>
                <a:cs typeface="Times New Roman"/>
              </a:defRPr>
            </a:lvl8pPr>
            <a:lvl9pPr algn="l">
              <a:buNone/>
              <a:defRPr sz="1275" b="0">
                <a:solidFill>
                  <a:srgbClr val="000000"/>
                </a:solidFill>
                <a:latin typeface="Times New Roman"/>
                <a:ea typeface="Times New Roman"/>
                <a:cs typeface="Times New Roman"/>
              </a:defRPr>
            </a:lvl9pPr>
          </a:lstStyle>
          <a:p xmlns:a="http://schemas.openxmlformats.org/drawingml/2006/main">
            <a:pPr algn="l">
              <a:buNone/>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basis = inferred_from_citation</a:t>
            </a:r>
          </a:p>
        </p:txBody>
      </p:sp>
      <p:sp>
        <p:nvSpPr>
          <p:cNvPr id="95" name="example 3">
            <a:extLst xmlns:a="http://schemas.openxmlformats.org/drawingml/2006/main">
              <a:ext uri="{FF2B5EF4-FFF2-40B4-BE49-F238E27FC236}">
                <a16:creationId xmlns:a16="http://schemas.microsoft.com/office/drawing/2014/main" id="{3C3771C1-B28C-43B5-8170-E93CE7D85464}"/>
              </a:ext>
            </a:extLst>
          </p:cNvPr>
          <p:cNvSpPr>
            <a:spLocks xmlns:a="http://schemas.openxmlformats.org/drawingml/2006/main" noGrp="1"/>
          </p:cNvSpPr>
          <p:nvPr/>
        </p:nvSpPr>
        <p:spPr>
          <a:xfrm xmlns:a="http://schemas.openxmlformats.org/drawingml/2006/main">
            <a:off x="523875" y="67532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000000"/>
                </a:solidFill>
                <a:latin typeface="Times New Roman"/>
                <a:ea typeface="Times New Roman"/>
                <a:cs typeface="Times New Roman"/>
              </a:defRPr>
            </a:defPPr>
            <a:lvl1pPr algn="l">
              <a:buNone/>
              <a:defRPr sz="1275" b="0">
                <a:solidFill>
                  <a:srgbClr val="000000"/>
                </a:solidFill>
                <a:latin typeface="Times New Roman"/>
                <a:ea typeface="Times New Roman"/>
                <a:cs typeface="Times New Roman"/>
              </a:defRPr>
            </a:lvl1pPr>
            <a:lvl2pPr algn="l">
              <a:buNone/>
              <a:defRPr sz="1275" b="0">
                <a:solidFill>
                  <a:srgbClr val="000000"/>
                </a:solidFill>
                <a:latin typeface="Times New Roman"/>
                <a:ea typeface="Times New Roman"/>
                <a:cs typeface="Times New Roman"/>
              </a:defRPr>
            </a:lvl2pPr>
            <a:lvl3pPr algn="l">
              <a:buNone/>
              <a:defRPr sz="1275" b="0">
                <a:solidFill>
                  <a:srgbClr val="000000"/>
                </a:solidFill>
                <a:latin typeface="Times New Roman"/>
                <a:ea typeface="Times New Roman"/>
                <a:cs typeface="Times New Roman"/>
              </a:defRPr>
            </a:lvl3pPr>
            <a:lvl4pPr algn="l">
              <a:buNone/>
              <a:defRPr sz="1275" b="0">
                <a:solidFill>
                  <a:srgbClr val="000000"/>
                </a:solidFill>
                <a:latin typeface="Times New Roman"/>
                <a:ea typeface="Times New Roman"/>
                <a:cs typeface="Times New Roman"/>
              </a:defRPr>
            </a:lvl4pPr>
            <a:lvl5pPr algn="l">
              <a:buNone/>
              <a:defRPr sz="1275" b="0">
                <a:solidFill>
                  <a:srgbClr val="000000"/>
                </a:solidFill>
                <a:latin typeface="Times New Roman"/>
                <a:ea typeface="Times New Roman"/>
                <a:cs typeface="Times New Roman"/>
              </a:defRPr>
            </a:lvl5pPr>
            <a:lvl6pPr algn="l">
              <a:buNone/>
              <a:defRPr sz="1275" b="0">
                <a:solidFill>
                  <a:srgbClr val="000000"/>
                </a:solidFill>
                <a:latin typeface="Times New Roman"/>
                <a:ea typeface="Times New Roman"/>
                <a:cs typeface="Times New Roman"/>
              </a:defRPr>
            </a:lvl6pPr>
            <a:lvl7pPr algn="l">
              <a:buNone/>
              <a:defRPr sz="1275" b="0">
                <a:solidFill>
                  <a:srgbClr val="000000"/>
                </a:solidFill>
                <a:latin typeface="Times New Roman"/>
                <a:ea typeface="Times New Roman"/>
                <a:cs typeface="Times New Roman"/>
              </a:defRPr>
            </a:lvl7pPr>
            <a:lvl8pPr algn="l">
              <a:buNone/>
              <a:defRPr sz="1275" b="0">
                <a:solidFill>
                  <a:srgbClr val="000000"/>
                </a:solidFill>
                <a:latin typeface="Times New Roman"/>
                <a:ea typeface="Times New Roman"/>
                <a:cs typeface="Times New Roman"/>
              </a:defRPr>
            </a:lvl8pPr>
            <a:lvl9pPr algn="l">
              <a:buNone/>
              <a:defRPr sz="1275" b="0">
                <a:solidFill>
                  <a:srgbClr val="000000"/>
                </a:solidFill>
                <a:latin typeface="Times New Roman"/>
                <a:ea typeface="Times New Roman"/>
                <a:cs typeface="Times New Roman"/>
              </a:defRPr>
            </a:lvl9pPr>
          </a:lstStyle>
          <a:p xmlns:a="http://schemas.openxmlformats.org/drawingml/2006/main">
            <a:pPr algn="l">
              <a:buNone/>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review_status = proposed</a:t>
            </a:r>
          </a:p>
        </p:txBody>
      </p:sp>
      <p:sp>
        <p:nvSpPr>
          <p:cNvPr id="96" name="example 4">
            <a:extLst xmlns:a="http://schemas.openxmlformats.org/drawingml/2006/main">
              <a:ext uri="{FF2B5EF4-FFF2-40B4-BE49-F238E27FC236}">
                <a16:creationId xmlns:a16="http://schemas.microsoft.com/office/drawing/2014/main" id="{9A320012-2608-4181-8B90-291AA9EFFC56}"/>
              </a:ext>
            </a:extLst>
          </p:cNvPr>
          <p:cNvSpPr>
            <a:spLocks xmlns:a="http://schemas.openxmlformats.org/drawingml/2006/main" noGrp="1"/>
          </p:cNvSpPr>
          <p:nvPr/>
        </p:nvSpPr>
        <p:spPr>
          <a:xfrm xmlns:a="http://schemas.openxmlformats.org/drawingml/2006/main">
            <a:off x="523875" y="70199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000000"/>
                </a:solidFill>
                <a:latin typeface="Times New Roman"/>
                <a:ea typeface="Times New Roman"/>
                <a:cs typeface="Times New Roman"/>
              </a:defRPr>
            </a:defPPr>
            <a:lvl1pPr algn="l">
              <a:buNone/>
              <a:defRPr sz="1275" b="0">
                <a:solidFill>
                  <a:srgbClr val="000000"/>
                </a:solidFill>
                <a:latin typeface="Times New Roman"/>
                <a:ea typeface="Times New Roman"/>
                <a:cs typeface="Times New Roman"/>
              </a:defRPr>
            </a:lvl1pPr>
            <a:lvl2pPr algn="l">
              <a:buNone/>
              <a:defRPr sz="1275" b="0">
                <a:solidFill>
                  <a:srgbClr val="000000"/>
                </a:solidFill>
                <a:latin typeface="Times New Roman"/>
                <a:ea typeface="Times New Roman"/>
                <a:cs typeface="Times New Roman"/>
              </a:defRPr>
            </a:lvl2pPr>
            <a:lvl3pPr algn="l">
              <a:buNone/>
              <a:defRPr sz="1275" b="0">
                <a:solidFill>
                  <a:srgbClr val="000000"/>
                </a:solidFill>
                <a:latin typeface="Times New Roman"/>
                <a:ea typeface="Times New Roman"/>
                <a:cs typeface="Times New Roman"/>
              </a:defRPr>
            </a:lvl3pPr>
            <a:lvl4pPr algn="l">
              <a:buNone/>
              <a:defRPr sz="1275" b="0">
                <a:solidFill>
                  <a:srgbClr val="000000"/>
                </a:solidFill>
                <a:latin typeface="Times New Roman"/>
                <a:ea typeface="Times New Roman"/>
                <a:cs typeface="Times New Roman"/>
              </a:defRPr>
            </a:lvl4pPr>
            <a:lvl5pPr algn="l">
              <a:buNone/>
              <a:defRPr sz="1275" b="0">
                <a:solidFill>
                  <a:srgbClr val="000000"/>
                </a:solidFill>
                <a:latin typeface="Times New Roman"/>
                <a:ea typeface="Times New Roman"/>
                <a:cs typeface="Times New Roman"/>
              </a:defRPr>
            </a:lvl5pPr>
            <a:lvl6pPr algn="l">
              <a:buNone/>
              <a:defRPr sz="1275" b="0">
                <a:solidFill>
                  <a:srgbClr val="000000"/>
                </a:solidFill>
                <a:latin typeface="Times New Roman"/>
                <a:ea typeface="Times New Roman"/>
                <a:cs typeface="Times New Roman"/>
              </a:defRPr>
            </a:lvl6pPr>
            <a:lvl7pPr algn="l">
              <a:buNone/>
              <a:defRPr sz="1275" b="0">
                <a:solidFill>
                  <a:srgbClr val="000000"/>
                </a:solidFill>
                <a:latin typeface="Times New Roman"/>
                <a:ea typeface="Times New Roman"/>
                <a:cs typeface="Times New Roman"/>
              </a:defRPr>
            </a:lvl7pPr>
            <a:lvl8pPr algn="l">
              <a:buNone/>
              <a:defRPr sz="1275" b="0">
                <a:solidFill>
                  <a:srgbClr val="000000"/>
                </a:solidFill>
                <a:latin typeface="Times New Roman"/>
                <a:ea typeface="Times New Roman"/>
                <a:cs typeface="Times New Roman"/>
              </a:defRPr>
            </a:lvl8pPr>
            <a:lvl9pPr algn="l">
              <a:buNone/>
              <a:defRPr sz="1275" b="0">
                <a:solidFill>
                  <a:srgbClr val="000000"/>
                </a:solidFill>
                <a:latin typeface="Times New Roman"/>
                <a:ea typeface="Times New Roman"/>
                <a:cs typeface="Times New Roman"/>
              </a:defRPr>
            </a:lvl9pPr>
          </a:lstStyle>
          <a:p xmlns:a="http://schemas.openxmlformats.org/drawingml/2006/main">
            <a:pPr algn="l">
              <a:buNone/>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citation_id = video-02</a:t>
            </a:r>
          </a:p>
        </p:txBody>
      </p:sp>
      <p:sp>
        <p:nvSpPr>
          <p:cNvPr id="97" name="color legend">
            <a:extLst xmlns:a="http://schemas.openxmlformats.org/drawingml/2006/main">
              <a:ext uri="{FF2B5EF4-FFF2-40B4-BE49-F238E27FC236}">
                <a16:creationId xmlns:a16="http://schemas.microsoft.com/office/drawing/2014/main" id="{53E5FFF0-1202-47BD-9161-AA4E1F44C2CA}"/>
              </a:ext>
            </a:extLst>
          </p:cNvPr>
          <p:cNvSpPr>
            <a:spLocks xmlns:a="http://schemas.openxmlformats.org/drawingml/2006/main" noGrp="1"/>
          </p:cNvSpPr>
          <p:nvPr/>
        </p:nvSpPr>
        <p:spPr>
          <a:xfrm xmlns:a="http://schemas.openxmlformats.org/drawingml/2006/main">
            <a:off x="381000" y="8124825"/>
            <a:ext cx="1409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975" b="0">
                <a:solidFill>
                  <a:srgbClr val="000000"/>
                </a:solidFill>
                <a:latin typeface="Times New Roman"/>
                <a:ea typeface="Times New Roman"/>
                <a:cs typeface="Times New Roman"/>
              </a:defRPr>
            </a:defPPr>
            <a:lvl1pPr algn="l">
              <a:buNone/>
              <a:defRPr sz="975" b="0">
                <a:solidFill>
                  <a:srgbClr val="000000"/>
                </a:solidFill>
                <a:latin typeface="Times New Roman"/>
                <a:ea typeface="Times New Roman"/>
                <a:cs typeface="Times New Roman"/>
              </a:defRPr>
            </a:lvl1pPr>
            <a:lvl2pPr algn="l">
              <a:buNone/>
              <a:defRPr sz="975" b="0">
                <a:solidFill>
                  <a:srgbClr val="000000"/>
                </a:solidFill>
                <a:latin typeface="Times New Roman"/>
                <a:ea typeface="Times New Roman"/>
                <a:cs typeface="Times New Roman"/>
              </a:defRPr>
            </a:lvl2pPr>
            <a:lvl3pPr algn="l">
              <a:buNone/>
              <a:defRPr sz="975" b="0">
                <a:solidFill>
                  <a:srgbClr val="000000"/>
                </a:solidFill>
                <a:latin typeface="Times New Roman"/>
                <a:ea typeface="Times New Roman"/>
                <a:cs typeface="Times New Roman"/>
              </a:defRPr>
            </a:lvl3pPr>
            <a:lvl4pPr algn="l">
              <a:buNone/>
              <a:defRPr sz="975" b="0">
                <a:solidFill>
                  <a:srgbClr val="000000"/>
                </a:solidFill>
                <a:latin typeface="Times New Roman"/>
                <a:ea typeface="Times New Roman"/>
                <a:cs typeface="Times New Roman"/>
              </a:defRPr>
            </a:lvl4pPr>
            <a:lvl5pPr algn="l">
              <a:buNone/>
              <a:defRPr sz="975" b="0">
                <a:solidFill>
                  <a:srgbClr val="000000"/>
                </a:solidFill>
                <a:latin typeface="Times New Roman"/>
                <a:ea typeface="Times New Roman"/>
                <a:cs typeface="Times New Roman"/>
              </a:defRPr>
            </a:lvl5pPr>
            <a:lvl6pPr algn="l">
              <a:buNone/>
              <a:defRPr sz="975" b="0">
                <a:solidFill>
                  <a:srgbClr val="000000"/>
                </a:solidFill>
                <a:latin typeface="Times New Roman"/>
                <a:ea typeface="Times New Roman"/>
                <a:cs typeface="Times New Roman"/>
              </a:defRPr>
            </a:lvl6pPr>
            <a:lvl7pPr algn="l">
              <a:buNone/>
              <a:defRPr sz="975" b="0">
                <a:solidFill>
                  <a:srgbClr val="000000"/>
                </a:solidFill>
                <a:latin typeface="Times New Roman"/>
                <a:ea typeface="Times New Roman"/>
                <a:cs typeface="Times New Roman"/>
              </a:defRPr>
            </a:lvl7pPr>
            <a:lvl8pPr algn="l">
              <a:buNone/>
              <a:defRPr sz="975" b="0">
                <a:solidFill>
                  <a:srgbClr val="000000"/>
                </a:solidFill>
                <a:latin typeface="Times New Roman"/>
                <a:ea typeface="Times New Roman"/>
                <a:cs typeface="Times New Roman"/>
              </a:defRPr>
            </a:lvl8pPr>
            <a:lvl9pPr algn="l">
              <a:buNone/>
              <a:defRPr sz="975" b="0">
                <a:solidFill>
                  <a:srgbClr val="000000"/>
                </a:solidFill>
                <a:latin typeface="Times New Roman"/>
                <a:ea typeface="Times New Roman"/>
                <a:cs typeface="Times New Roman"/>
              </a:defRPr>
            </a:lvl9pPr>
          </a:lstStyle>
          <a:p xmlns:a="http://schemas.openxmlformats.org/drawingml/2006/main">
            <a:pPr algn="l">
              <a:buNone/>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Blue: provenance     Purple: agents and locators     Green: vocabulary     Gold: resources</a:t>
            </a:r>
          </a:p>
        </p:txBody>
      </p:sp>
      <p:sp>
        <p:nvSpPr>
          <p:cNvPr id="98" name="data source">
            <a:extLst xmlns:a="http://schemas.openxmlformats.org/drawingml/2006/main">
              <a:ext uri="{FF2B5EF4-FFF2-40B4-BE49-F238E27FC236}">
                <a16:creationId xmlns:a16="http://schemas.microsoft.com/office/drawing/2014/main" id="{E946B244-C176-4FD1-BD31-CE07ED96F3B0}"/>
              </a:ext>
            </a:extLst>
          </p:cNvPr>
          <p:cNvSpPr>
            <a:spLocks xmlns:a="http://schemas.openxmlformats.org/drawingml/2006/main" noGrp="1"/>
          </p:cNvSpPr>
          <p:nvPr/>
        </p:nvSpPr>
        <p:spPr>
          <a:xfrm xmlns:a="http://schemas.openxmlformats.org/drawingml/2006/main">
            <a:off x="381000" y="8362950"/>
            <a:ext cx="1428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900" b="0">
                <a:solidFill>
                  <a:srgbClr val="000000"/>
                </a:solidFill>
                <a:latin typeface="Times New Roman"/>
                <a:ea typeface="Times New Roman"/>
                <a:cs typeface="Times New Roman"/>
              </a:defRPr>
            </a:defPPr>
            <a:lvl1pPr algn="l">
              <a:buNone/>
              <a:defRPr sz="900" b="0">
                <a:solidFill>
                  <a:srgbClr val="000000"/>
                </a:solidFill>
                <a:latin typeface="Times New Roman"/>
                <a:ea typeface="Times New Roman"/>
                <a:cs typeface="Times New Roman"/>
              </a:defRPr>
            </a:lvl1pPr>
            <a:lvl2pPr algn="l">
              <a:buNone/>
              <a:defRPr sz="900" b="0">
                <a:solidFill>
                  <a:srgbClr val="000000"/>
                </a:solidFill>
                <a:latin typeface="Times New Roman"/>
                <a:ea typeface="Times New Roman"/>
                <a:cs typeface="Times New Roman"/>
              </a:defRPr>
            </a:lvl2pPr>
            <a:lvl3pPr algn="l">
              <a:buNone/>
              <a:defRPr sz="900" b="0">
                <a:solidFill>
                  <a:srgbClr val="000000"/>
                </a:solidFill>
                <a:latin typeface="Times New Roman"/>
                <a:ea typeface="Times New Roman"/>
                <a:cs typeface="Times New Roman"/>
              </a:defRPr>
            </a:lvl3pPr>
            <a:lvl4pPr algn="l">
              <a:buNone/>
              <a:defRPr sz="900" b="0">
                <a:solidFill>
                  <a:srgbClr val="000000"/>
                </a:solidFill>
                <a:latin typeface="Times New Roman"/>
                <a:ea typeface="Times New Roman"/>
                <a:cs typeface="Times New Roman"/>
              </a:defRPr>
            </a:lvl4pPr>
            <a:lvl5pPr algn="l">
              <a:buNone/>
              <a:defRPr sz="900" b="0">
                <a:solidFill>
                  <a:srgbClr val="000000"/>
                </a:solidFill>
                <a:latin typeface="Times New Roman"/>
                <a:ea typeface="Times New Roman"/>
                <a:cs typeface="Times New Roman"/>
              </a:defRPr>
            </a:lvl5pPr>
            <a:lvl6pPr algn="l">
              <a:buNone/>
              <a:defRPr sz="900" b="0">
                <a:solidFill>
                  <a:srgbClr val="000000"/>
                </a:solidFill>
                <a:latin typeface="Times New Roman"/>
                <a:ea typeface="Times New Roman"/>
                <a:cs typeface="Times New Roman"/>
              </a:defRPr>
            </a:lvl6pPr>
            <a:lvl7pPr algn="l">
              <a:buNone/>
              <a:defRPr sz="900" b="0">
                <a:solidFill>
                  <a:srgbClr val="000000"/>
                </a:solidFill>
                <a:latin typeface="Times New Roman"/>
                <a:ea typeface="Times New Roman"/>
                <a:cs typeface="Times New Roman"/>
              </a:defRPr>
            </a:lvl7pPr>
            <a:lvl8pPr algn="l">
              <a:buNone/>
              <a:defRPr sz="900" b="0">
                <a:solidFill>
                  <a:srgbClr val="000000"/>
                </a:solidFill>
                <a:latin typeface="Times New Roman"/>
                <a:ea typeface="Times New Roman"/>
                <a:cs typeface="Times New Roman"/>
              </a:defRPr>
            </a:lvl8pPr>
            <a:lvl9pPr algn="l">
              <a:buNone/>
              <a:defRPr sz="900" b="0">
                <a:solidFill>
                  <a:srgbClr val="000000"/>
                </a:solidFill>
                <a:latin typeface="Times New Roman"/>
                <a:ea typeface="Times New Roman"/>
                <a:cs typeface="Times New Roman"/>
              </a:defRPr>
            </a:lvl9pPr>
          </a:lstStyle>
          <a:p xmlns:a="http://schemas.openxmlformats.org/drawingml/2006/main">
            <a:pPr algn="l">
              <a:buNone/>
              <a:defRPr sz="900" b="0">
                <a:solidFill>
                  <a:srgbClr val="000000"/>
                </a:solidFill>
                <a:latin typeface="Times New Roman"/>
                <a:ea typeface="Times New Roman"/>
                <a:cs typeface="Times New Roman"/>
              </a:defRPr>
            </a:pPr>
            <a:r>
              <a:rPr sz="900" b="0">
                <a:solidFill>
                  <a:srgbClr val="000000"/>
                </a:solidFill>
                <a:latin typeface="Times New Roman"/>
                <a:ea typeface="Times New Roman"/>
                <a:cs typeface="Times New Roman"/>
              </a:rPr>
              <a:t>Source: catalog.json (37ebfdd) and v2 field mapping.  *publication_year is derived.</a:t>
            </a:r>
          </a:p>
        </p:txBody>
      </p:sp>
    </p:spTree>
    <p:extLst>
      <p:ext uri="{BB962C8B-B14F-4D97-AF65-F5344CB8AC3E}">
        <p14:creationId xmlns:p14="http://schemas.microsoft.com/office/powerpoint/2010/main" val="1947061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title">
            <a:extLst xmlns:a="http://schemas.openxmlformats.org/drawingml/2006/main">
              <a:ext uri="{FF2B5EF4-FFF2-40B4-BE49-F238E27FC236}">
                <a16:creationId xmlns:a16="http://schemas.microsoft.com/office/drawing/2014/main" id="{56C4E907-FB00-45E0-859C-1CE31ABB3065}"/>
              </a:ext>
            </a:extLst>
          </p:cNvPr>
          <p:cNvSpPr>
            <a:spLocks xmlns:a="http://schemas.openxmlformats.org/drawingml/2006/main" noGrp="1"/>
          </p:cNvSpPr>
          <p:nvPr/>
        </p:nvSpPr>
        <p:spPr>
          <a:xfrm xmlns:a="http://schemas.openxmlformats.org/drawingml/2006/main">
            <a:off x="381000" y="171450"/>
            <a:ext cx="1438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00000"/>
                </a:solidFill>
                <a:latin typeface="Times New Roman"/>
                <a:ea typeface="Times New Roman"/>
                <a:cs typeface="Times New Roman"/>
              </a:defRPr>
            </a:defPPr>
            <a:lvl1pPr algn="l">
              <a:defRPr sz="2550" b="1">
                <a:solidFill>
                  <a:srgbClr val="000000"/>
                </a:solidFill>
                <a:latin typeface="Times New Roman"/>
                <a:ea typeface="Times New Roman"/>
                <a:cs typeface="Times New Roman"/>
              </a:defRPr>
            </a:lvl1pPr>
            <a:lvl2pPr algn="l">
              <a:defRPr sz="2550" b="1">
                <a:solidFill>
                  <a:srgbClr val="000000"/>
                </a:solidFill>
                <a:latin typeface="Times New Roman"/>
                <a:ea typeface="Times New Roman"/>
                <a:cs typeface="Times New Roman"/>
              </a:defRPr>
            </a:lvl2pPr>
            <a:lvl3pPr algn="l">
              <a:defRPr sz="2550" b="1">
                <a:solidFill>
                  <a:srgbClr val="000000"/>
                </a:solidFill>
                <a:latin typeface="Times New Roman"/>
                <a:ea typeface="Times New Roman"/>
                <a:cs typeface="Times New Roman"/>
              </a:defRPr>
            </a:lvl3pPr>
            <a:lvl4pPr algn="l">
              <a:defRPr sz="2550" b="1">
                <a:solidFill>
                  <a:srgbClr val="000000"/>
                </a:solidFill>
                <a:latin typeface="Times New Roman"/>
                <a:ea typeface="Times New Roman"/>
                <a:cs typeface="Times New Roman"/>
              </a:defRPr>
            </a:lvl4pPr>
            <a:lvl5pPr algn="l">
              <a:defRPr sz="2550" b="1">
                <a:solidFill>
                  <a:srgbClr val="000000"/>
                </a:solidFill>
                <a:latin typeface="Times New Roman"/>
                <a:ea typeface="Times New Roman"/>
                <a:cs typeface="Times New Roman"/>
              </a:defRPr>
            </a:lvl5pPr>
            <a:lvl6pPr algn="l">
              <a:defRPr sz="2550" b="1">
                <a:solidFill>
                  <a:srgbClr val="000000"/>
                </a:solidFill>
                <a:latin typeface="Times New Roman"/>
                <a:ea typeface="Times New Roman"/>
                <a:cs typeface="Times New Roman"/>
              </a:defRPr>
            </a:lvl6pPr>
            <a:lvl7pPr algn="l">
              <a:defRPr sz="2550" b="1">
                <a:solidFill>
                  <a:srgbClr val="000000"/>
                </a:solidFill>
                <a:latin typeface="Times New Roman"/>
                <a:ea typeface="Times New Roman"/>
                <a:cs typeface="Times New Roman"/>
              </a:defRPr>
            </a:lvl7pPr>
            <a:lvl8pPr algn="l">
              <a:defRPr sz="2550" b="1">
                <a:solidFill>
                  <a:srgbClr val="000000"/>
                </a:solidFill>
                <a:latin typeface="Times New Roman"/>
                <a:ea typeface="Times New Roman"/>
                <a:cs typeface="Times New Roman"/>
              </a:defRPr>
            </a:lvl8pPr>
            <a:lvl9pPr algn="l">
              <a:defRPr sz="2550" b="1">
                <a:solidFill>
                  <a:srgbClr val="000000"/>
                </a:solidFill>
                <a:latin typeface="Times New Roman"/>
                <a:ea typeface="Times New Roman"/>
                <a:cs typeface="Times New Roman"/>
              </a:defRPr>
            </a:lvl9pPr>
          </a:lstStyle>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content layer for the anti-fraud library</a:t>
            </a:r>
          </a:p>
        </p:txBody>
      </p:sp>
      <p:sp>
        <p:nvSpPr>
          <p:cNvPr id="2" name="subtitle">
            <a:extLst xmlns:a="http://schemas.openxmlformats.org/drawingml/2006/main">
              <a:ext uri="{FF2B5EF4-FFF2-40B4-BE49-F238E27FC236}">
                <a16:creationId xmlns:a16="http://schemas.microsoft.com/office/drawing/2014/main" id="{6F14629A-14F5-47D3-995E-47AE4D938C2B}"/>
              </a:ext>
            </a:extLst>
          </p:cNvPr>
          <p:cNvSpPr>
            <a:spLocks xmlns:a="http://schemas.openxmlformats.org/drawingml/2006/main" noGrp="1"/>
          </p:cNvSpPr>
          <p:nvPr/>
        </p:nvSpPr>
        <p:spPr>
          <a:xfrm xmlns:a="http://schemas.openxmlformats.org/drawingml/2006/main">
            <a:off x="381000" y="666750"/>
            <a:ext cx="1438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Catalog records connect to source passages and reviewable statements</a:t>
            </a:r>
          </a:p>
        </p:txBody>
      </p:sp>
      <p:sp>
        <p:nvSpPr>
          <p:cNvPr id="3" name="group catalog">
            <a:extLst xmlns:a="http://schemas.openxmlformats.org/drawingml/2006/main">
              <a:ext uri="{FF2B5EF4-FFF2-40B4-BE49-F238E27FC236}">
                <a16:creationId xmlns:a16="http://schemas.microsoft.com/office/drawing/2014/main" id="{3E46AF04-50EE-49E6-B6A0-7C7FE200DCB3}"/>
              </a:ext>
            </a:extLst>
          </p:cNvPr>
          <p:cNvSpPr>
            <a:spLocks xmlns:a="http://schemas.openxmlformats.org/drawingml/2006/main" noGrp="1"/>
          </p:cNvSpPr>
          <p:nvPr/>
        </p:nvSpPr>
        <p:spPr>
          <a:xfrm xmlns:a="http://schemas.openxmlformats.org/drawingml/2006/main">
            <a:off x="381000" y="1190625"/>
            <a:ext cx="14382750" cy="1857375"/>
          </a:xfrm>
          <a:prstGeom xmlns:a="http://schemas.openxmlformats.org/drawingml/2006/main" prst="rect">
            <a:avLst/>
          </a:prstGeom>
          <a:noFill xmlns:a="http://schemas.openxmlformats.org/drawingml/2006/main"/>
          <a:ln xmlns:a="http://schemas.openxmlformats.org/drawingml/2006/main" w="14288">
            <a:solidFill>
              <a:srgbClr val="9FBACA"/>
            </a:solidFill>
            <a:prstDash val="dash"/>
          </a:ln>
        </p:spPr>
      </p:sp>
      <p:sp>
        <p:nvSpPr>
          <p:cNvPr id="4" name="group title catalog">
            <a:extLst xmlns:a="http://schemas.openxmlformats.org/drawingml/2006/main">
              <a:ext uri="{FF2B5EF4-FFF2-40B4-BE49-F238E27FC236}">
                <a16:creationId xmlns:a16="http://schemas.microsoft.com/office/drawing/2014/main" id="{A0D8E039-F270-4FEC-A371-CB41CABF46A0}"/>
              </a:ext>
            </a:extLst>
          </p:cNvPr>
          <p:cNvSpPr>
            <a:spLocks xmlns:a="http://schemas.openxmlformats.org/drawingml/2006/main" noGrp="1"/>
          </p:cNvSpPr>
          <p:nvPr/>
        </p:nvSpPr>
        <p:spPr>
          <a:xfrm xmlns:a="http://schemas.openxmlformats.org/drawingml/2006/main">
            <a:off x="571500" y="1304925"/>
            <a:ext cx="1400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000000"/>
                </a:solidFill>
                <a:latin typeface="Times New Roman"/>
                <a:ea typeface="Times New Roman"/>
                <a:cs typeface="Times New Roman"/>
              </a:defRPr>
            </a:defPPr>
            <a:lvl1pPr algn="l">
              <a:defRPr sz="1725" b="0">
                <a:solidFill>
                  <a:srgbClr val="000000"/>
                </a:solidFill>
                <a:latin typeface="Times New Roman"/>
                <a:ea typeface="Times New Roman"/>
                <a:cs typeface="Times New Roman"/>
              </a:defRPr>
            </a:lvl1pPr>
            <a:lvl2pPr algn="l">
              <a:defRPr sz="1725" b="0">
                <a:solidFill>
                  <a:srgbClr val="000000"/>
                </a:solidFill>
                <a:latin typeface="Times New Roman"/>
                <a:ea typeface="Times New Roman"/>
                <a:cs typeface="Times New Roman"/>
              </a:defRPr>
            </a:lvl2pPr>
            <a:lvl3pPr algn="l">
              <a:defRPr sz="1725" b="0">
                <a:solidFill>
                  <a:srgbClr val="000000"/>
                </a:solidFill>
                <a:latin typeface="Times New Roman"/>
                <a:ea typeface="Times New Roman"/>
                <a:cs typeface="Times New Roman"/>
              </a:defRPr>
            </a:lvl3pPr>
            <a:lvl4pPr algn="l">
              <a:defRPr sz="1725" b="0">
                <a:solidFill>
                  <a:srgbClr val="000000"/>
                </a:solidFill>
                <a:latin typeface="Times New Roman"/>
                <a:ea typeface="Times New Roman"/>
                <a:cs typeface="Times New Roman"/>
              </a:defRPr>
            </a:lvl4pPr>
            <a:lvl5pPr algn="l">
              <a:defRPr sz="1725" b="0">
                <a:solidFill>
                  <a:srgbClr val="000000"/>
                </a:solidFill>
                <a:latin typeface="Times New Roman"/>
                <a:ea typeface="Times New Roman"/>
                <a:cs typeface="Times New Roman"/>
              </a:defRPr>
            </a:lvl5pPr>
            <a:lvl6pPr algn="l">
              <a:defRPr sz="1725" b="0">
                <a:solidFill>
                  <a:srgbClr val="000000"/>
                </a:solidFill>
                <a:latin typeface="Times New Roman"/>
                <a:ea typeface="Times New Roman"/>
                <a:cs typeface="Times New Roman"/>
              </a:defRPr>
            </a:lvl6pPr>
            <a:lvl7pPr algn="l">
              <a:defRPr sz="1725" b="0">
                <a:solidFill>
                  <a:srgbClr val="000000"/>
                </a:solidFill>
                <a:latin typeface="Times New Roman"/>
                <a:ea typeface="Times New Roman"/>
                <a:cs typeface="Times New Roman"/>
              </a:defRPr>
            </a:lvl7pPr>
            <a:lvl8pPr algn="l">
              <a:defRPr sz="1725" b="0">
                <a:solidFill>
                  <a:srgbClr val="000000"/>
                </a:solidFill>
                <a:latin typeface="Times New Roman"/>
                <a:ea typeface="Times New Roman"/>
                <a:cs typeface="Times New Roman"/>
              </a:defRPr>
            </a:lvl8pPr>
            <a:lvl9pPr algn="l">
              <a:defRPr sz="1725" b="0">
                <a:solidFill>
                  <a:srgbClr val="000000"/>
                </a:solidFill>
                <a:latin typeface="Times New Roman"/>
                <a:ea typeface="Times New Roman"/>
                <a:cs typeface="Times New Roman"/>
              </a:defRPr>
            </a:lvl9pPr>
          </a:lstStyle>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Existing catalog in the v2 design</a:t>
            </a:r>
          </a:p>
        </p:txBody>
      </p:sp>
      <p:sp>
        <p:nvSpPr>
          <p:cNvPr id="5" name="group content">
            <a:extLst xmlns:a="http://schemas.openxmlformats.org/drawingml/2006/main">
              <a:ext uri="{FF2B5EF4-FFF2-40B4-BE49-F238E27FC236}">
                <a16:creationId xmlns:a16="http://schemas.microsoft.com/office/drawing/2014/main" id="{C71F1C02-9A55-4249-BC9A-E1ACA296CDFE}"/>
              </a:ext>
            </a:extLst>
          </p:cNvPr>
          <p:cNvSpPr>
            <a:spLocks xmlns:a="http://schemas.openxmlformats.org/drawingml/2006/main" noGrp="1"/>
          </p:cNvSpPr>
          <p:nvPr/>
        </p:nvSpPr>
        <p:spPr>
          <a:xfrm xmlns:a="http://schemas.openxmlformats.org/drawingml/2006/main">
            <a:off x="381000" y="3524250"/>
            <a:ext cx="14382750" cy="2619375"/>
          </a:xfrm>
          <a:prstGeom xmlns:a="http://schemas.openxmlformats.org/drawingml/2006/main" prst="rect">
            <a:avLst/>
          </a:prstGeom>
          <a:noFill xmlns:a="http://schemas.openxmlformats.org/drawingml/2006/main"/>
          <a:ln xmlns:a="http://schemas.openxmlformats.org/drawingml/2006/main" w="14288">
            <a:solidFill>
              <a:srgbClr val="9FBACA"/>
            </a:solidFill>
            <a:prstDash val="dash"/>
          </a:ln>
        </p:spPr>
      </p:sp>
      <p:sp>
        <p:nvSpPr>
          <p:cNvPr id="6" name="group title content">
            <a:extLst xmlns:a="http://schemas.openxmlformats.org/drawingml/2006/main">
              <a:ext uri="{FF2B5EF4-FFF2-40B4-BE49-F238E27FC236}">
                <a16:creationId xmlns:a16="http://schemas.microsoft.com/office/drawing/2014/main" id="{968461C1-EA57-4678-9628-AF8523AA0039}"/>
              </a:ext>
            </a:extLst>
          </p:cNvPr>
          <p:cNvSpPr>
            <a:spLocks xmlns:a="http://schemas.openxmlformats.org/drawingml/2006/main" noGrp="1"/>
          </p:cNvSpPr>
          <p:nvPr/>
        </p:nvSpPr>
        <p:spPr>
          <a:xfrm xmlns:a="http://schemas.openxmlformats.org/drawingml/2006/main">
            <a:off x="571500" y="3638550"/>
            <a:ext cx="1400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000000"/>
                </a:solidFill>
                <a:latin typeface="Times New Roman"/>
                <a:ea typeface="Times New Roman"/>
                <a:cs typeface="Times New Roman"/>
              </a:defRPr>
            </a:defPPr>
            <a:lvl1pPr algn="l">
              <a:defRPr sz="1725" b="0">
                <a:solidFill>
                  <a:srgbClr val="000000"/>
                </a:solidFill>
                <a:latin typeface="Times New Roman"/>
                <a:ea typeface="Times New Roman"/>
                <a:cs typeface="Times New Roman"/>
              </a:defRPr>
            </a:lvl1pPr>
            <a:lvl2pPr algn="l">
              <a:defRPr sz="1725" b="0">
                <a:solidFill>
                  <a:srgbClr val="000000"/>
                </a:solidFill>
                <a:latin typeface="Times New Roman"/>
                <a:ea typeface="Times New Roman"/>
                <a:cs typeface="Times New Roman"/>
              </a:defRPr>
            </a:lvl2pPr>
            <a:lvl3pPr algn="l">
              <a:defRPr sz="1725" b="0">
                <a:solidFill>
                  <a:srgbClr val="000000"/>
                </a:solidFill>
                <a:latin typeface="Times New Roman"/>
                <a:ea typeface="Times New Roman"/>
                <a:cs typeface="Times New Roman"/>
              </a:defRPr>
            </a:lvl3pPr>
            <a:lvl4pPr algn="l">
              <a:defRPr sz="1725" b="0">
                <a:solidFill>
                  <a:srgbClr val="000000"/>
                </a:solidFill>
                <a:latin typeface="Times New Roman"/>
                <a:ea typeface="Times New Roman"/>
                <a:cs typeface="Times New Roman"/>
              </a:defRPr>
            </a:lvl4pPr>
            <a:lvl5pPr algn="l">
              <a:defRPr sz="1725" b="0">
                <a:solidFill>
                  <a:srgbClr val="000000"/>
                </a:solidFill>
                <a:latin typeface="Times New Roman"/>
                <a:ea typeface="Times New Roman"/>
                <a:cs typeface="Times New Roman"/>
              </a:defRPr>
            </a:lvl5pPr>
            <a:lvl6pPr algn="l">
              <a:defRPr sz="1725" b="0">
                <a:solidFill>
                  <a:srgbClr val="000000"/>
                </a:solidFill>
                <a:latin typeface="Times New Roman"/>
                <a:ea typeface="Times New Roman"/>
                <a:cs typeface="Times New Roman"/>
              </a:defRPr>
            </a:lvl6pPr>
            <a:lvl7pPr algn="l">
              <a:defRPr sz="1725" b="0">
                <a:solidFill>
                  <a:srgbClr val="000000"/>
                </a:solidFill>
                <a:latin typeface="Times New Roman"/>
                <a:ea typeface="Times New Roman"/>
                <a:cs typeface="Times New Roman"/>
              </a:defRPr>
            </a:lvl7pPr>
            <a:lvl8pPr algn="l">
              <a:defRPr sz="1725" b="0">
                <a:solidFill>
                  <a:srgbClr val="000000"/>
                </a:solidFill>
                <a:latin typeface="Times New Roman"/>
                <a:ea typeface="Times New Roman"/>
                <a:cs typeface="Times New Roman"/>
              </a:defRPr>
            </a:lvl8pPr>
            <a:lvl9pPr algn="l">
              <a:defRPr sz="1725" b="0">
                <a:solidFill>
                  <a:srgbClr val="000000"/>
                </a:solidFill>
                <a:latin typeface="Times New Roman"/>
                <a:ea typeface="Times New Roman"/>
                <a:cs typeface="Times New Roman"/>
              </a:defRPr>
            </a:lvl9pPr>
          </a:lstStyle>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Proposed content records</a:t>
            </a:r>
          </a:p>
        </p:txBody>
      </p:sp>
      <p:sp>
        <p:nvSpPr>
          <p:cNvPr id="7" name="relationship HAS_CITATION">
            <a:extLst xmlns:a="http://schemas.openxmlformats.org/drawingml/2006/main">
              <a:ext uri="{FF2B5EF4-FFF2-40B4-BE49-F238E27FC236}">
                <a16:creationId xmlns:a16="http://schemas.microsoft.com/office/drawing/2014/main" id="{5B6D0D47-EB7C-4675-9527-C3896162FC99}"/>
              </a:ext>
            </a:extLst>
          </p:cNvPr>
          <p:cNvSpPr>
            <a:spLocks xmlns:a="http://schemas.openxmlformats.org/drawingml/2006/main" noGrp="1"/>
          </p:cNvSpPr>
          <p:nvPr/>
        </p:nvSpPr>
        <p:spPr>
          <a:xfrm xmlns:a="http://schemas.openxmlformats.org/drawingml/2006/main">
            <a:off x="3333750" y="2286000"/>
            <a:ext cx="1619250" cy="9525"/>
          </a:xfrm>
          <a:custGeom xmlns:a="http://schemas.openxmlformats.org/drawingml/2006/main">
            <a:pathLst>
              <a:path w="1619250" h="9525">
                <a:moveTo>
                  <a:pt x="0" y="0"/>
                </a:moveTo>
                <a:lnTo>
                  <a:pt x="1619250" y="0"/>
                </a:lnTo>
              </a:path>
            </a:pathLst>
          </a:custGeom>
          <a:noFill xmlns:a="http://schemas.openxmlformats.org/drawingml/2006/main"/>
          <a:ln xmlns:a="http://schemas.openxmlformats.org/drawingml/2006/main" w="19050">
            <a:solidFill>
              <a:srgbClr val="595959"/>
            </a:solidFill>
          </a:ln>
        </p:spPr>
      </p:sp>
      <p:sp>
        <p:nvSpPr>
          <p:cNvPr id="8" name="arrowhead HAS_CITATION">
            <a:extLst xmlns:a="http://schemas.openxmlformats.org/drawingml/2006/main">
              <a:ext uri="{FF2B5EF4-FFF2-40B4-BE49-F238E27FC236}">
                <a16:creationId xmlns:a16="http://schemas.microsoft.com/office/drawing/2014/main" id="{DE943165-CC67-4C24-A816-12A68FFAB2ED}"/>
              </a:ext>
            </a:extLst>
          </p:cNvPr>
          <p:cNvSpPr>
            <a:spLocks xmlns:a="http://schemas.openxmlformats.org/drawingml/2006/main" noGrp="1"/>
          </p:cNvSpPr>
          <p:nvPr/>
        </p:nvSpPr>
        <p:spPr>
          <a:xfrm xmlns:a="http://schemas.openxmlformats.org/drawingml/2006/main">
            <a:off x="4848225" y="2244090"/>
            <a:ext cx="104775" cy="83820"/>
          </a:xfrm>
          <a:custGeom xmlns:a="http://schemas.openxmlformats.org/drawingml/2006/main">
            <a:pathLst>
              <a:path w="104775" h="83820">
                <a:moveTo>
                  <a:pt x="104775" y="41910"/>
                </a:moveTo>
                <a:lnTo>
                  <a:pt x="0" y="0"/>
                </a:lnTo>
                <a:lnTo>
                  <a:pt x="0" y="83820"/>
                </a:lnTo>
                <a:close/>
              </a:path>
            </a:pathLst>
          </a:custGeom>
          <a:solidFill xmlns:a="http://schemas.openxmlformats.org/drawingml/2006/main">
            <a:srgbClr val="595959"/>
          </a:solidFill>
          <a:ln xmlns:a="http://schemas.openxmlformats.org/drawingml/2006/main" w="3810">
            <a:solidFill>
              <a:srgbClr val="595959"/>
            </a:solidFill>
          </a:ln>
        </p:spPr>
      </p:sp>
      <p:sp>
        <p:nvSpPr>
          <p:cNvPr id="9" name="relationship CITES">
            <a:extLst xmlns:a="http://schemas.openxmlformats.org/drawingml/2006/main">
              <a:ext uri="{FF2B5EF4-FFF2-40B4-BE49-F238E27FC236}">
                <a16:creationId xmlns:a16="http://schemas.microsoft.com/office/drawing/2014/main" id="{F0A36680-1402-4336-8090-59EF36BDF292}"/>
              </a:ext>
            </a:extLst>
          </p:cNvPr>
          <p:cNvSpPr>
            <a:spLocks xmlns:a="http://schemas.openxmlformats.org/drawingml/2006/main" noGrp="1"/>
          </p:cNvSpPr>
          <p:nvPr/>
        </p:nvSpPr>
        <p:spPr>
          <a:xfrm xmlns:a="http://schemas.openxmlformats.org/drawingml/2006/main">
            <a:off x="7524750" y="2286000"/>
            <a:ext cx="2857500" cy="9525"/>
          </a:xfrm>
          <a:custGeom xmlns:a="http://schemas.openxmlformats.org/drawingml/2006/main">
            <a:pathLst>
              <a:path w="2857500" h="9525">
                <a:moveTo>
                  <a:pt x="0" y="0"/>
                </a:moveTo>
                <a:lnTo>
                  <a:pt x="2857500" y="0"/>
                </a:lnTo>
              </a:path>
            </a:pathLst>
          </a:custGeom>
          <a:noFill xmlns:a="http://schemas.openxmlformats.org/drawingml/2006/main"/>
          <a:ln xmlns:a="http://schemas.openxmlformats.org/drawingml/2006/main" w="19050">
            <a:solidFill>
              <a:srgbClr val="595959"/>
            </a:solidFill>
          </a:ln>
        </p:spPr>
      </p:sp>
      <p:sp>
        <p:nvSpPr>
          <p:cNvPr id="10" name="arrowhead CITES">
            <a:extLst xmlns:a="http://schemas.openxmlformats.org/drawingml/2006/main">
              <a:ext uri="{FF2B5EF4-FFF2-40B4-BE49-F238E27FC236}">
                <a16:creationId xmlns:a16="http://schemas.microsoft.com/office/drawing/2014/main" id="{9A91DB0F-8F70-49D8-9422-36B5A86996D0}"/>
              </a:ext>
            </a:extLst>
          </p:cNvPr>
          <p:cNvSpPr>
            <a:spLocks xmlns:a="http://schemas.openxmlformats.org/drawingml/2006/main" noGrp="1"/>
          </p:cNvSpPr>
          <p:nvPr/>
        </p:nvSpPr>
        <p:spPr>
          <a:xfrm xmlns:a="http://schemas.openxmlformats.org/drawingml/2006/main">
            <a:off x="10277475" y="2244090"/>
            <a:ext cx="104775" cy="83820"/>
          </a:xfrm>
          <a:custGeom xmlns:a="http://schemas.openxmlformats.org/drawingml/2006/main">
            <a:pathLst>
              <a:path w="104775" h="83820">
                <a:moveTo>
                  <a:pt x="104775" y="41910"/>
                </a:moveTo>
                <a:lnTo>
                  <a:pt x="0" y="0"/>
                </a:lnTo>
                <a:lnTo>
                  <a:pt x="0" y="83820"/>
                </a:lnTo>
                <a:close/>
              </a:path>
            </a:pathLst>
          </a:custGeom>
          <a:solidFill xmlns:a="http://schemas.openxmlformats.org/drawingml/2006/main">
            <a:srgbClr val="595959"/>
          </a:solidFill>
          <a:ln xmlns:a="http://schemas.openxmlformats.org/drawingml/2006/main" w="3810">
            <a:solidFill>
              <a:srgbClr val="595959"/>
            </a:solidFill>
          </a:ln>
        </p:spPr>
      </p:sp>
      <p:sp>
        <p:nvSpPr>
          <p:cNvPr id="11" name="relationship HAS_EVIDENCE_SPAN">
            <a:extLst xmlns:a="http://schemas.openxmlformats.org/drawingml/2006/main">
              <a:ext uri="{FF2B5EF4-FFF2-40B4-BE49-F238E27FC236}">
                <a16:creationId xmlns:a16="http://schemas.microsoft.com/office/drawing/2014/main" id="{E4AFA33C-2447-4198-A6A3-8694667CF458}"/>
              </a:ext>
            </a:extLst>
          </p:cNvPr>
          <p:cNvSpPr>
            <a:spLocks xmlns:a="http://schemas.openxmlformats.org/drawingml/2006/main" noGrp="1"/>
          </p:cNvSpPr>
          <p:nvPr/>
        </p:nvSpPr>
        <p:spPr>
          <a:xfrm xmlns:a="http://schemas.openxmlformats.org/drawingml/2006/main">
            <a:off x="12049125" y="2714625"/>
            <a:ext cx="9525" cy="1762125"/>
          </a:xfrm>
          <a:custGeom xmlns:a="http://schemas.openxmlformats.org/drawingml/2006/main">
            <a:pathLst>
              <a:path w="9525" h="1762125">
                <a:moveTo>
                  <a:pt x="0" y="0"/>
                </a:moveTo>
                <a:lnTo>
                  <a:pt x="0" y="1762125"/>
                </a:lnTo>
              </a:path>
            </a:pathLst>
          </a:custGeom>
          <a:noFill xmlns:a="http://schemas.openxmlformats.org/drawingml/2006/main"/>
          <a:ln xmlns:a="http://schemas.openxmlformats.org/drawingml/2006/main" w="19050">
            <a:solidFill>
              <a:srgbClr val="595959"/>
            </a:solidFill>
          </a:ln>
        </p:spPr>
      </p:sp>
      <p:sp>
        <p:nvSpPr>
          <p:cNvPr id="12" name="arrowhead HAS_EVIDENCE_SPAN">
            <a:extLst xmlns:a="http://schemas.openxmlformats.org/drawingml/2006/main">
              <a:ext uri="{FF2B5EF4-FFF2-40B4-BE49-F238E27FC236}">
                <a16:creationId xmlns:a16="http://schemas.microsoft.com/office/drawing/2014/main" id="{03F43158-FABA-4248-8ECC-EA4CDD35CAB0}"/>
              </a:ext>
            </a:extLst>
          </p:cNvPr>
          <p:cNvSpPr>
            <a:spLocks xmlns:a="http://schemas.openxmlformats.org/drawingml/2006/main" noGrp="1"/>
          </p:cNvSpPr>
          <p:nvPr/>
        </p:nvSpPr>
        <p:spPr>
          <a:xfrm xmlns:a="http://schemas.openxmlformats.org/drawingml/2006/main">
            <a:off x="12007215" y="4371975"/>
            <a:ext cx="83820" cy="104775"/>
          </a:xfrm>
          <a:custGeom xmlns:a="http://schemas.openxmlformats.org/drawingml/2006/main">
            <a:pathLst>
              <a:path w="83820" h="104775">
                <a:moveTo>
                  <a:pt x="41910" y="104775"/>
                </a:moveTo>
                <a:lnTo>
                  <a:pt x="83820" y="0"/>
                </a:lnTo>
                <a:lnTo>
                  <a:pt x="0" y="0"/>
                </a:lnTo>
                <a:close/>
              </a:path>
            </a:pathLst>
          </a:custGeom>
          <a:solidFill xmlns:a="http://schemas.openxmlformats.org/drawingml/2006/main">
            <a:srgbClr val="595959"/>
          </a:solidFill>
          <a:ln xmlns:a="http://schemas.openxmlformats.org/drawingml/2006/main" w="3810">
            <a:solidFill>
              <a:srgbClr val="595959"/>
            </a:solidFill>
          </a:ln>
        </p:spPr>
      </p:sp>
      <p:sp>
        <p:nvSpPr>
          <p:cNvPr id="13" name="relationship SUPPORTED_BY">
            <a:extLst xmlns:a="http://schemas.openxmlformats.org/drawingml/2006/main">
              <a:ext uri="{FF2B5EF4-FFF2-40B4-BE49-F238E27FC236}">
                <a16:creationId xmlns:a16="http://schemas.microsoft.com/office/drawing/2014/main" id="{7712AA8A-B4F3-4342-A355-A4BCEE439609}"/>
              </a:ext>
            </a:extLst>
          </p:cNvPr>
          <p:cNvSpPr>
            <a:spLocks xmlns:a="http://schemas.openxmlformats.org/drawingml/2006/main" noGrp="1"/>
          </p:cNvSpPr>
          <p:nvPr/>
        </p:nvSpPr>
        <p:spPr>
          <a:xfrm xmlns:a="http://schemas.openxmlformats.org/drawingml/2006/main">
            <a:off x="8477250" y="5114925"/>
            <a:ext cx="1524000" cy="9525"/>
          </a:xfrm>
          <a:custGeom xmlns:a="http://schemas.openxmlformats.org/drawingml/2006/main">
            <a:pathLst>
              <a:path w="1524000" h="9525">
                <a:moveTo>
                  <a:pt x="0" y="0"/>
                </a:moveTo>
                <a:lnTo>
                  <a:pt x="1524000" y="0"/>
                </a:lnTo>
              </a:path>
            </a:pathLst>
          </a:custGeom>
          <a:noFill xmlns:a="http://schemas.openxmlformats.org/drawingml/2006/main"/>
          <a:ln xmlns:a="http://schemas.openxmlformats.org/drawingml/2006/main" w="19050">
            <a:solidFill>
              <a:srgbClr val="595959"/>
            </a:solidFill>
          </a:ln>
        </p:spPr>
      </p:sp>
      <p:sp>
        <p:nvSpPr>
          <p:cNvPr id="14" name="arrowhead SUPPORTED_BY">
            <a:extLst xmlns:a="http://schemas.openxmlformats.org/drawingml/2006/main">
              <a:ext uri="{FF2B5EF4-FFF2-40B4-BE49-F238E27FC236}">
                <a16:creationId xmlns:a16="http://schemas.microsoft.com/office/drawing/2014/main" id="{3B02F39B-FD2B-424F-8029-AD6F50092D14}"/>
              </a:ext>
            </a:extLst>
          </p:cNvPr>
          <p:cNvSpPr>
            <a:spLocks xmlns:a="http://schemas.openxmlformats.org/drawingml/2006/main" noGrp="1"/>
          </p:cNvSpPr>
          <p:nvPr/>
        </p:nvSpPr>
        <p:spPr>
          <a:xfrm xmlns:a="http://schemas.openxmlformats.org/drawingml/2006/main">
            <a:off x="9896475" y="5073015"/>
            <a:ext cx="104775" cy="83820"/>
          </a:xfrm>
          <a:custGeom xmlns:a="http://schemas.openxmlformats.org/drawingml/2006/main">
            <a:pathLst>
              <a:path w="104775" h="83820">
                <a:moveTo>
                  <a:pt x="104775" y="41910"/>
                </a:moveTo>
                <a:lnTo>
                  <a:pt x="0" y="0"/>
                </a:lnTo>
                <a:lnTo>
                  <a:pt x="0" y="83820"/>
                </a:lnTo>
                <a:close/>
              </a:path>
            </a:pathLst>
          </a:custGeom>
          <a:solidFill xmlns:a="http://schemas.openxmlformats.org/drawingml/2006/main">
            <a:srgbClr val="595959"/>
          </a:solidFill>
          <a:ln xmlns:a="http://schemas.openxmlformats.org/drawingml/2006/main" w="3810">
            <a:solidFill>
              <a:srgbClr val="595959"/>
            </a:solidFill>
          </a:ln>
        </p:spPr>
      </p:sp>
      <p:sp>
        <p:nvSpPr>
          <p:cNvPr id="15" name="relationship USES_CONCEPT">
            <a:extLst xmlns:a="http://schemas.openxmlformats.org/drawingml/2006/main">
              <a:ext uri="{FF2B5EF4-FFF2-40B4-BE49-F238E27FC236}">
                <a16:creationId xmlns:a16="http://schemas.microsoft.com/office/drawing/2014/main" id="{2ECCDD32-4F56-44E7-BEE8-3883A04C30C1}"/>
              </a:ext>
            </a:extLst>
          </p:cNvPr>
          <p:cNvSpPr>
            <a:spLocks xmlns:a="http://schemas.openxmlformats.org/drawingml/2006/main" noGrp="1"/>
          </p:cNvSpPr>
          <p:nvPr/>
        </p:nvSpPr>
        <p:spPr>
          <a:xfrm xmlns:a="http://schemas.openxmlformats.org/drawingml/2006/main">
            <a:off x="3333750" y="5114925"/>
            <a:ext cx="1619250" cy="9525"/>
          </a:xfrm>
          <a:custGeom xmlns:a="http://schemas.openxmlformats.org/drawingml/2006/main">
            <a:pathLst>
              <a:path w="1619250" h="9525">
                <a:moveTo>
                  <a:pt x="1619250" y="0"/>
                </a:moveTo>
                <a:lnTo>
                  <a:pt x="0" y="0"/>
                </a:lnTo>
              </a:path>
            </a:pathLst>
          </a:custGeom>
          <a:noFill xmlns:a="http://schemas.openxmlformats.org/drawingml/2006/main"/>
          <a:ln xmlns:a="http://schemas.openxmlformats.org/drawingml/2006/main" w="19050">
            <a:solidFill>
              <a:srgbClr val="595959"/>
            </a:solidFill>
          </a:ln>
        </p:spPr>
      </p:sp>
      <p:sp>
        <p:nvSpPr>
          <p:cNvPr id="16" name="arrowhead USES_CONCEPT">
            <a:extLst xmlns:a="http://schemas.openxmlformats.org/drawingml/2006/main">
              <a:ext uri="{FF2B5EF4-FFF2-40B4-BE49-F238E27FC236}">
                <a16:creationId xmlns:a16="http://schemas.microsoft.com/office/drawing/2014/main" id="{30DE3BC6-3DF3-49A0-A3B5-59FB803C1B10}"/>
              </a:ext>
            </a:extLst>
          </p:cNvPr>
          <p:cNvSpPr>
            <a:spLocks xmlns:a="http://schemas.openxmlformats.org/drawingml/2006/main" noGrp="1"/>
          </p:cNvSpPr>
          <p:nvPr/>
        </p:nvSpPr>
        <p:spPr>
          <a:xfrm xmlns:a="http://schemas.openxmlformats.org/drawingml/2006/main">
            <a:off x="3333750" y="5073015"/>
            <a:ext cx="104775" cy="83820"/>
          </a:xfrm>
          <a:custGeom xmlns:a="http://schemas.openxmlformats.org/drawingml/2006/main">
            <a:pathLst>
              <a:path w="104775" h="83820">
                <a:moveTo>
                  <a:pt x="0" y="41910"/>
                </a:moveTo>
                <a:lnTo>
                  <a:pt x="104775" y="83820"/>
                </a:lnTo>
                <a:lnTo>
                  <a:pt x="104775" y="0"/>
                </a:lnTo>
                <a:close/>
              </a:path>
            </a:pathLst>
          </a:custGeom>
          <a:solidFill xmlns:a="http://schemas.openxmlformats.org/drawingml/2006/main">
            <a:srgbClr val="595959"/>
          </a:solidFill>
          <a:ln xmlns:a="http://schemas.openxmlformats.org/drawingml/2006/main" w="3810">
            <a:solidFill>
              <a:srgbClr val="595959"/>
            </a:solidFill>
          </a:ln>
        </p:spPr>
      </p:sp>
      <p:sp>
        <p:nvSpPr>
          <p:cNvPr id="17" name="node SourceDocument">
            <a:extLst xmlns:a="http://schemas.openxmlformats.org/drawingml/2006/main">
              <a:ext uri="{FF2B5EF4-FFF2-40B4-BE49-F238E27FC236}">
                <a16:creationId xmlns:a16="http://schemas.microsoft.com/office/drawing/2014/main" id="{9E55753C-13F6-451A-B7AC-B77C3AF6BA63}"/>
              </a:ext>
            </a:extLst>
          </p:cNvPr>
          <p:cNvSpPr>
            <a:spLocks xmlns:a="http://schemas.openxmlformats.org/drawingml/2006/main" noGrp="1"/>
          </p:cNvSpPr>
          <p:nvPr/>
        </p:nvSpPr>
        <p:spPr>
          <a:xfrm xmlns:a="http://schemas.openxmlformats.org/drawingml/2006/main">
            <a:off x="666750" y="1857375"/>
            <a:ext cx="2667000" cy="857250"/>
          </a:xfrm>
          <a:prstGeom xmlns:a="http://schemas.openxmlformats.org/drawingml/2006/main" prst="roundRect">
            <a:avLst>
              <a:gd name="adj" fmla="val 20000"/>
            </a:avLst>
          </a:prstGeom>
          <a:solidFill xmlns:a="http://schemas.openxmlformats.org/drawingml/2006/main">
            <a:srgbClr val="DCEAF2"/>
          </a:solidFill>
          <a:ln xmlns:a="http://schemas.openxmlformats.org/drawingml/2006/main" w="19050">
            <a:solidFill>
              <a:srgbClr val="4B819C"/>
            </a:solidFill>
          </a:ln>
        </p:spPr>
      </p:sp>
      <p:sp>
        <p:nvSpPr>
          <p:cNvPr id="18" name="node title SourceDocument">
            <a:extLst xmlns:a="http://schemas.openxmlformats.org/drawingml/2006/main">
              <a:ext uri="{FF2B5EF4-FFF2-40B4-BE49-F238E27FC236}">
                <a16:creationId xmlns:a16="http://schemas.microsoft.com/office/drawing/2014/main" id="{C0699D88-95D6-4220-BDCC-260FF395BD03}"/>
              </a:ext>
            </a:extLst>
          </p:cNvPr>
          <p:cNvSpPr>
            <a:spLocks xmlns:a="http://schemas.openxmlformats.org/drawingml/2006/main" noGrp="1"/>
          </p:cNvSpPr>
          <p:nvPr/>
        </p:nvSpPr>
        <p:spPr>
          <a:xfrm xmlns:a="http://schemas.openxmlformats.org/drawingml/2006/main">
            <a:off x="742950" y="192405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SourceDocument</a:t>
            </a:r>
          </a:p>
        </p:txBody>
      </p:sp>
      <p:sp>
        <p:nvSpPr>
          <p:cNvPr id="19" name="attribute SourceDocument 0">
            <a:extLst xmlns:a="http://schemas.openxmlformats.org/drawingml/2006/main">
              <a:ext uri="{FF2B5EF4-FFF2-40B4-BE49-F238E27FC236}">
                <a16:creationId xmlns:a16="http://schemas.microsoft.com/office/drawing/2014/main" id="{4A11DBB9-E6E1-44CF-A96C-2E44F6E5306F}"/>
              </a:ext>
            </a:extLst>
          </p:cNvPr>
          <p:cNvSpPr>
            <a:spLocks xmlns:a="http://schemas.openxmlformats.org/drawingml/2006/main" noGrp="1"/>
          </p:cNvSpPr>
          <p:nvPr/>
        </p:nvSpPr>
        <p:spPr>
          <a:xfrm xmlns:a="http://schemas.openxmlformats.org/drawingml/2006/main">
            <a:off x="742950" y="2305050"/>
            <a:ext cx="2514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Original resource list</a:t>
            </a:r>
          </a:p>
        </p:txBody>
      </p:sp>
      <p:sp>
        <p:nvSpPr>
          <p:cNvPr id="20" name="node Citation">
            <a:extLst xmlns:a="http://schemas.openxmlformats.org/drawingml/2006/main">
              <a:ext uri="{FF2B5EF4-FFF2-40B4-BE49-F238E27FC236}">
                <a16:creationId xmlns:a16="http://schemas.microsoft.com/office/drawing/2014/main" id="{109DC194-EC55-4BE0-BB41-CAA36ECC2C45}"/>
              </a:ext>
            </a:extLst>
          </p:cNvPr>
          <p:cNvSpPr>
            <a:spLocks xmlns:a="http://schemas.openxmlformats.org/drawingml/2006/main" noGrp="1"/>
          </p:cNvSpPr>
          <p:nvPr/>
        </p:nvSpPr>
        <p:spPr>
          <a:xfrm xmlns:a="http://schemas.openxmlformats.org/drawingml/2006/main">
            <a:off x="4953000" y="1857375"/>
            <a:ext cx="2571750" cy="857250"/>
          </a:xfrm>
          <a:prstGeom xmlns:a="http://schemas.openxmlformats.org/drawingml/2006/main" prst="roundRect">
            <a:avLst>
              <a:gd name="adj" fmla="val 20000"/>
            </a:avLst>
          </a:prstGeom>
          <a:solidFill xmlns:a="http://schemas.openxmlformats.org/drawingml/2006/main">
            <a:srgbClr val="DCEAF2"/>
          </a:solidFill>
          <a:ln xmlns:a="http://schemas.openxmlformats.org/drawingml/2006/main" w="19050">
            <a:solidFill>
              <a:srgbClr val="4B819C"/>
            </a:solidFill>
          </a:ln>
        </p:spPr>
      </p:sp>
      <p:sp>
        <p:nvSpPr>
          <p:cNvPr id="21" name="node title Citation">
            <a:extLst xmlns:a="http://schemas.openxmlformats.org/drawingml/2006/main">
              <a:ext uri="{FF2B5EF4-FFF2-40B4-BE49-F238E27FC236}">
                <a16:creationId xmlns:a16="http://schemas.microsoft.com/office/drawing/2014/main" id="{90554388-6A45-4965-A7C6-71B11DEB868B}"/>
              </a:ext>
            </a:extLst>
          </p:cNvPr>
          <p:cNvSpPr>
            <a:spLocks xmlns:a="http://schemas.openxmlformats.org/drawingml/2006/main" noGrp="1"/>
          </p:cNvSpPr>
          <p:nvPr/>
        </p:nvSpPr>
        <p:spPr>
          <a:xfrm xmlns:a="http://schemas.openxmlformats.org/drawingml/2006/main">
            <a:off x="5029200" y="1924050"/>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Citation</a:t>
            </a:r>
          </a:p>
        </p:txBody>
      </p:sp>
      <p:sp>
        <p:nvSpPr>
          <p:cNvPr id="22" name="attribute Citation 0">
            <a:extLst xmlns:a="http://schemas.openxmlformats.org/drawingml/2006/main">
              <a:ext uri="{FF2B5EF4-FFF2-40B4-BE49-F238E27FC236}">
                <a16:creationId xmlns:a16="http://schemas.microsoft.com/office/drawing/2014/main" id="{D9F0C8E3-B6DA-40FC-802F-F753650F34DD}"/>
              </a:ext>
            </a:extLst>
          </p:cNvPr>
          <p:cNvSpPr>
            <a:spLocks xmlns:a="http://schemas.openxmlformats.org/drawingml/2006/main" noGrp="1"/>
          </p:cNvSpPr>
          <p:nvPr/>
        </p:nvSpPr>
        <p:spPr>
          <a:xfrm xmlns:a="http://schemas.openxmlformats.org/drawingml/2006/main">
            <a:off x="5029200" y="2305050"/>
            <a:ext cx="2419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Citation in that list</a:t>
            </a:r>
          </a:p>
        </p:txBody>
      </p:sp>
      <p:sp>
        <p:nvSpPr>
          <p:cNvPr id="23" name="node Resource">
            <a:extLst xmlns:a="http://schemas.openxmlformats.org/drawingml/2006/main">
              <a:ext uri="{FF2B5EF4-FFF2-40B4-BE49-F238E27FC236}">
                <a16:creationId xmlns:a16="http://schemas.microsoft.com/office/drawing/2014/main" id="{39AC5AB7-595A-4BBC-A35F-0C2BD422A31B}"/>
              </a:ext>
            </a:extLst>
          </p:cNvPr>
          <p:cNvSpPr>
            <a:spLocks xmlns:a="http://schemas.openxmlformats.org/drawingml/2006/main" noGrp="1"/>
          </p:cNvSpPr>
          <p:nvPr/>
        </p:nvSpPr>
        <p:spPr>
          <a:xfrm xmlns:a="http://schemas.openxmlformats.org/drawingml/2006/main">
            <a:off x="10382250" y="1857375"/>
            <a:ext cx="3333750" cy="857250"/>
          </a:xfrm>
          <a:prstGeom xmlns:a="http://schemas.openxmlformats.org/drawingml/2006/main" prst="roundRect">
            <a:avLst>
              <a:gd name="adj" fmla="val 20000"/>
            </a:avLst>
          </a:prstGeom>
          <a:solidFill xmlns:a="http://schemas.openxmlformats.org/drawingml/2006/main">
            <a:srgbClr val="FFEB9D"/>
          </a:solidFill>
          <a:ln xmlns:a="http://schemas.openxmlformats.org/drawingml/2006/main" w="19050">
            <a:solidFill>
              <a:srgbClr val="C18D00"/>
            </a:solidFill>
          </a:ln>
        </p:spPr>
      </p:sp>
      <p:sp>
        <p:nvSpPr>
          <p:cNvPr id="24" name="node title Resource">
            <a:extLst xmlns:a="http://schemas.openxmlformats.org/drawingml/2006/main">
              <a:ext uri="{FF2B5EF4-FFF2-40B4-BE49-F238E27FC236}">
                <a16:creationId xmlns:a16="http://schemas.microsoft.com/office/drawing/2014/main" id="{FFEEB86D-900A-407C-9004-6A5BCF4BC175}"/>
              </a:ext>
            </a:extLst>
          </p:cNvPr>
          <p:cNvSpPr>
            <a:spLocks xmlns:a="http://schemas.openxmlformats.org/drawingml/2006/main" noGrp="1"/>
          </p:cNvSpPr>
          <p:nvPr/>
        </p:nvSpPr>
        <p:spPr>
          <a:xfrm xmlns:a="http://schemas.openxmlformats.org/drawingml/2006/main">
            <a:off x="10458450" y="192405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Resource</a:t>
            </a:r>
          </a:p>
        </p:txBody>
      </p:sp>
      <p:sp>
        <p:nvSpPr>
          <p:cNvPr id="25" name="attribute Resource 0">
            <a:extLst xmlns:a="http://schemas.openxmlformats.org/drawingml/2006/main">
              <a:ext uri="{FF2B5EF4-FFF2-40B4-BE49-F238E27FC236}">
                <a16:creationId xmlns:a16="http://schemas.microsoft.com/office/drawing/2014/main" id="{A11D7533-188D-4B6D-A223-137BF5C557CA}"/>
              </a:ext>
            </a:extLst>
          </p:cNvPr>
          <p:cNvSpPr>
            <a:spLocks xmlns:a="http://schemas.openxmlformats.org/drawingml/2006/main" noGrp="1"/>
          </p:cNvSpPr>
          <p:nvPr/>
        </p:nvSpPr>
        <p:spPr>
          <a:xfrm xmlns:a="http://schemas.openxmlformats.org/drawingml/2006/main">
            <a:off x="10458450" y="2305050"/>
            <a:ext cx="3181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Existing catalog item</a:t>
            </a:r>
          </a:p>
        </p:txBody>
      </p:sp>
      <p:sp>
        <p:nvSpPr>
          <p:cNvPr id="26" name="node Concept">
            <a:extLst xmlns:a="http://schemas.openxmlformats.org/drawingml/2006/main">
              <a:ext uri="{FF2B5EF4-FFF2-40B4-BE49-F238E27FC236}">
                <a16:creationId xmlns:a16="http://schemas.microsoft.com/office/drawing/2014/main" id="{ACB1A660-C300-4358-856C-D8F0B886F730}"/>
              </a:ext>
            </a:extLst>
          </p:cNvPr>
          <p:cNvSpPr>
            <a:spLocks xmlns:a="http://schemas.openxmlformats.org/drawingml/2006/main" noGrp="1"/>
          </p:cNvSpPr>
          <p:nvPr/>
        </p:nvSpPr>
        <p:spPr>
          <a:xfrm xmlns:a="http://schemas.openxmlformats.org/drawingml/2006/main">
            <a:off x="666750" y="4476750"/>
            <a:ext cx="2667000" cy="1285875"/>
          </a:xfrm>
          <a:prstGeom xmlns:a="http://schemas.openxmlformats.org/drawingml/2006/main" prst="roundRect">
            <a:avLst>
              <a:gd name="adj" fmla="val 13333"/>
            </a:avLst>
          </a:prstGeom>
          <a:solidFill xmlns:a="http://schemas.openxmlformats.org/drawingml/2006/main">
            <a:srgbClr val="E4F1DF"/>
          </a:solidFill>
          <a:ln xmlns:a="http://schemas.openxmlformats.org/drawingml/2006/main" w="19050">
            <a:solidFill>
              <a:srgbClr val="549345"/>
            </a:solidFill>
          </a:ln>
        </p:spPr>
      </p:sp>
      <p:sp>
        <p:nvSpPr>
          <p:cNvPr id="27" name="node title Concept">
            <a:extLst xmlns:a="http://schemas.openxmlformats.org/drawingml/2006/main">
              <a:ext uri="{FF2B5EF4-FFF2-40B4-BE49-F238E27FC236}">
                <a16:creationId xmlns:a16="http://schemas.microsoft.com/office/drawing/2014/main" id="{479E2713-60B3-4D15-9ABA-B647354CD540}"/>
              </a:ext>
            </a:extLst>
          </p:cNvPr>
          <p:cNvSpPr>
            <a:spLocks xmlns:a="http://schemas.openxmlformats.org/drawingml/2006/main" noGrp="1"/>
          </p:cNvSpPr>
          <p:nvPr/>
        </p:nvSpPr>
        <p:spPr>
          <a:xfrm xmlns:a="http://schemas.openxmlformats.org/drawingml/2006/main">
            <a:off x="742950" y="4543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Concept</a:t>
            </a:r>
          </a:p>
        </p:txBody>
      </p:sp>
      <p:sp>
        <p:nvSpPr>
          <p:cNvPr id="28" name="attribute Concept 0">
            <a:extLst xmlns:a="http://schemas.openxmlformats.org/drawingml/2006/main">
              <a:ext uri="{FF2B5EF4-FFF2-40B4-BE49-F238E27FC236}">
                <a16:creationId xmlns:a16="http://schemas.microsoft.com/office/drawing/2014/main" id="{909FD269-4D9E-409C-BA04-C4D5B6DC5210}"/>
              </a:ext>
            </a:extLst>
          </p:cNvPr>
          <p:cNvSpPr>
            <a:spLocks xmlns:a="http://schemas.openxmlformats.org/drawingml/2006/main" noGrp="1"/>
          </p:cNvSpPr>
          <p:nvPr/>
        </p:nvSpPr>
        <p:spPr>
          <a:xfrm xmlns:a="http://schemas.openxmlformats.org/drawingml/2006/main">
            <a:off x="742950" y="4924425"/>
            <a:ext cx="2514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id, kind, label, definition</a:t>
            </a:r>
          </a:p>
        </p:txBody>
      </p:sp>
      <p:sp>
        <p:nvSpPr>
          <p:cNvPr id="29" name="node KnowledgeAssertion">
            <a:extLst xmlns:a="http://schemas.openxmlformats.org/drawingml/2006/main">
              <a:ext uri="{FF2B5EF4-FFF2-40B4-BE49-F238E27FC236}">
                <a16:creationId xmlns:a16="http://schemas.microsoft.com/office/drawing/2014/main" id="{A33FB0BB-C254-4AA7-B900-44A755B1D2C6}"/>
              </a:ext>
            </a:extLst>
          </p:cNvPr>
          <p:cNvSpPr>
            <a:spLocks xmlns:a="http://schemas.openxmlformats.org/drawingml/2006/main" noGrp="1"/>
          </p:cNvSpPr>
          <p:nvPr/>
        </p:nvSpPr>
        <p:spPr>
          <a:xfrm xmlns:a="http://schemas.openxmlformats.org/drawingml/2006/main">
            <a:off x="4953000" y="4476750"/>
            <a:ext cx="3524250" cy="1285875"/>
          </a:xfrm>
          <a:prstGeom xmlns:a="http://schemas.openxmlformats.org/drawingml/2006/main" prst="roundRect">
            <a:avLst>
              <a:gd name="adj" fmla="val 13333"/>
            </a:avLst>
          </a:prstGeom>
          <a:solidFill xmlns:a="http://schemas.openxmlformats.org/drawingml/2006/main">
            <a:srgbClr val="EFE2EE"/>
          </a:solidFill>
          <a:ln xmlns:a="http://schemas.openxmlformats.org/drawingml/2006/main" w="19050">
            <a:solidFill>
              <a:srgbClr val="96538B"/>
            </a:solidFill>
          </a:ln>
        </p:spPr>
      </p:sp>
      <p:sp>
        <p:nvSpPr>
          <p:cNvPr id="30" name="node title KnowledgeAssertion">
            <a:extLst xmlns:a="http://schemas.openxmlformats.org/drawingml/2006/main">
              <a:ext uri="{FF2B5EF4-FFF2-40B4-BE49-F238E27FC236}">
                <a16:creationId xmlns:a16="http://schemas.microsoft.com/office/drawing/2014/main" id="{2D1232DB-3342-4D66-9ECD-72A8D5856FFC}"/>
              </a:ext>
            </a:extLst>
          </p:cNvPr>
          <p:cNvSpPr>
            <a:spLocks xmlns:a="http://schemas.openxmlformats.org/drawingml/2006/main" noGrp="1"/>
          </p:cNvSpPr>
          <p:nvPr/>
        </p:nvSpPr>
        <p:spPr>
          <a:xfrm xmlns:a="http://schemas.openxmlformats.org/drawingml/2006/main">
            <a:off x="5029200" y="4543425"/>
            <a:ext cx="337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KnowledgeAssertion</a:t>
            </a:r>
          </a:p>
        </p:txBody>
      </p:sp>
      <p:sp>
        <p:nvSpPr>
          <p:cNvPr id="31" name="attribute KnowledgeAssertion 0">
            <a:extLst xmlns:a="http://schemas.openxmlformats.org/drawingml/2006/main">
              <a:ext uri="{FF2B5EF4-FFF2-40B4-BE49-F238E27FC236}">
                <a16:creationId xmlns:a16="http://schemas.microsoft.com/office/drawing/2014/main" id="{EE94D5C2-856C-416E-9E24-C040A135D773}"/>
              </a:ext>
            </a:extLst>
          </p:cNvPr>
          <p:cNvSpPr>
            <a:spLocks xmlns:a="http://schemas.openxmlformats.org/drawingml/2006/main" noGrp="1"/>
          </p:cNvSpPr>
          <p:nvPr/>
        </p:nvSpPr>
        <p:spPr>
          <a:xfrm xmlns:a="http://schemas.openxmlformats.org/drawingml/2006/main">
            <a:off x="5029200" y="4924425"/>
            <a:ext cx="3371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Source-based statement</a:t>
            </a:r>
          </a:p>
        </p:txBody>
      </p:sp>
      <p:sp>
        <p:nvSpPr>
          <p:cNvPr id="32" name="attribute KnowledgeAssertion 1">
            <a:extLst xmlns:a="http://schemas.openxmlformats.org/drawingml/2006/main">
              <a:ext uri="{FF2B5EF4-FFF2-40B4-BE49-F238E27FC236}">
                <a16:creationId xmlns:a16="http://schemas.microsoft.com/office/drawing/2014/main" id="{84E5760D-569A-46A4-99E8-59A771EE824F}"/>
              </a:ext>
            </a:extLst>
          </p:cNvPr>
          <p:cNvSpPr>
            <a:spLocks xmlns:a="http://schemas.openxmlformats.org/drawingml/2006/main" noGrp="1"/>
          </p:cNvSpPr>
          <p:nvPr/>
        </p:nvSpPr>
        <p:spPr>
          <a:xfrm xmlns:a="http://schemas.openxmlformats.org/drawingml/2006/main">
            <a:off x="5029200" y="5200650"/>
            <a:ext cx="3371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context, review_status</a:t>
            </a:r>
          </a:p>
        </p:txBody>
      </p:sp>
      <p:sp>
        <p:nvSpPr>
          <p:cNvPr id="33" name="node EvidenceSpan">
            <a:extLst xmlns:a="http://schemas.openxmlformats.org/drawingml/2006/main">
              <a:ext uri="{FF2B5EF4-FFF2-40B4-BE49-F238E27FC236}">
                <a16:creationId xmlns:a16="http://schemas.microsoft.com/office/drawing/2014/main" id="{1AEDBC27-6239-4994-902D-A3F3403D139C}"/>
              </a:ext>
            </a:extLst>
          </p:cNvPr>
          <p:cNvSpPr>
            <a:spLocks xmlns:a="http://schemas.openxmlformats.org/drawingml/2006/main" noGrp="1"/>
          </p:cNvSpPr>
          <p:nvPr/>
        </p:nvSpPr>
        <p:spPr>
          <a:xfrm xmlns:a="http://schemas.openxmlformats.org/drawingml/2006/main">
            <a:off x="10001250" y="4476750"/>
            <a:ext cx="4095750" cy="1285875"/>
          </a:xfrm>
          <a:prstGeom xmlns:a="http://schemas.openxmlformats.org/drawingml/2006/main" prst="roundRect">
            <a:avLst>
              <a:gd name="adj" fmla="val 13333"/>
            </a:avLst>
          </a:prstGeom>
          <a:solidFill xmlns:a="http://schemas.openxmlformats.org/drawingml/2006/main">
            <a:srgbClr val="DCEAF2"/>
          </a:solidFill>
          <a:ln xmlns:a="http://schemas.openxmlformats.org/drawingml/2006/main" w="19050">
            <a:solidFill>
              <a:srgbClr val="4B819C"/>
            </a:solidFill>
          </a:ln>
        </p:spPr>
      </p:sp>
      <p:sp>
        <p:nvSpPr>
          <p:cNvPr id="34" name="node title EvidenceSpan">
            <a:extLst xmlns:a="http://schemas.openxmlformats.org/drawingml/2006/main">
              <a:ext uri="{FF2B5EF4-FFF2-40B4-BE49-F238E27FC236}">
                <a16:creationId xmlns:a16="http://schemas.microsoft.com/office/drawing/2014/main" id="{4B31993F-1F81-4CC6-8F1A-3C99F0DF6C7C}"/>
              </a:ext>
            </a:extLst>
          </p:cNvPr>
          <p:cNvSpPr>
            <a:spLocks xmlns:a="http://schemas.openxmlformats.org/drawingml/2006/main" noGrp="1"/>
          </p:cNvSpPr>
          <p:nvPr/>
        </p:nvSpPr>
        <p:spPr>
          <a:xfrm xmlns:a="http://schemas.openxmlformats.org/drawingml/2006/main">
            <a:off x="10077450" y="4543425"/>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00000"/>
                </a:solidFill>
                <a:latin typeface="Times New Roman"/>
                <a:ea typeface="Times New Roman"/>
                <a:cs typeface="Times New Roman"/>
              </a:defRPr>
            </a:defPPr>
            <a:lvl1pPr algn="ctr">
              <a:defRPr sz="2100" b="1">
                <a:solidFill>
                  <a:srgbClr val="000000"/>
                </a:solidFill>
                <a:latin typeface="Times New Roman"/>
                <a:ea typeface="Times New Roman"/>
                <a:cs typeface="Times New Roman"/>
              </a:defRPr>
            </a:lvl1pPr>
            <a:lvl2pPr algn="ctr">
              <a:defRPr sz="2100" b="1">
                <a:solidFill>
                  <a:srgbClr val="000000"/>
                </a:solidFill>
                <a:latin typeface="Times New Roman"/>
                <a:ea typeface="Times New Roman"/>
                <a:cs typeface="Times New Roman"/>
              </a:defRPr>
            </a:lvl2pPr>
            <a:lvl3pPr algn="ctr">
              <a:defRPr sz="2100" b="1">
                <a:solidFill>
                  <a:srgbClr val="000000"/>
                </a:solidFill>
                <a:latin typeface="Times New Roman"/>
                <a:ea typeface="Times New Roman"/>
                <a:cs typeface="Times New Roman"/>
              </a:defRPr>
            </a:lvl3pPr>
            <a:lvl4pPr algn="ctr">
              <a:defRPr sz="2100" b="1">
                <a:solidFill>
                  <a:srgbClr val="000000"/>
                </a:solidFill>
                <a:latin typeface="Times New Roman"/>
                <a:ea typeface="Times New Roman"/>
                <a:cs typeface="Times New Roman"/>
              </a:defRPr>
            </a:lvl4pPr>
            <a:lvl5pPr algn="ctr">
              <a:defRPr sz="2100" b="1">
                <a:solidFill>
                  <a:srgbClr val="000000"/>
                </a:solidFill>
                <a:latin typeface="Times New Roman"/>
                <a:ea typeface="Times New Roman"/>
                <a:cs typeface="Times New Roman"/>
              </a:defRPr>
            </a:lvl5pPr>
            <a:lvl6pPr algn="ctr">
              <a:defRPr sz="2100" b="1">
                <a:solidFill>
                  <a:srgbClr val="000000"/>
                </a:solidFill>
                <a:latin typeface="Times New Roman"/>
                <a:ea typeface="Times New Roman"/>
                <a:cs typeface="Times New Roman"/>
              </a:defRPr>
            </a:lvl6pPr>
            <a:lvl7pPr algn="ctr">
              <a:defRPr sz="2100" b="1">
                <a:solidFill>
                  <a:srgbClr val="000000"/>
                </a:solidFill>
                <a:latin typeface="Times New Roman"/>
                <a:ea typeface="Times New Roman"/>
                <a:cs typeface="Times New Roman"/>
              </a:defRPr>
            </a:lvl7pPr>
            <a:lvl8pPr algn="ctr">
              <a:defRPr sz="2100" b="1">
                <a:solidFill>
                  <a:srgbClr val="000000"/>
                </a:solidFill>
                <a:latin typeface="Times New Roman"/>
                <a:ea typeface="Times New Roman"/>
                <a:cs typeface="Times New Roman"/>
              </a:defRPr>
            </a:lvl8pPr>
            <a:lvl9pPr algn="ctr">
              <a:defRPr sz="2100" b="1">
                <a:solidFill>
                  <a:srgbClr val="000000"/>
                </a:solidFill>
                <a:latin typeface="Times New Roman"/>
                <a:ea typeface="Times New Roman"/>
                <a:cs typeface="Times New Roman"/>
              </a:defRPr>
            </a:lvl9pPr>
          </a:lstStyle>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EvidenceSpan</a:t>
            </a:r>
          </a:p>
        </p:txBody>
      </p:sp>
      <p:sp>
        <p:nvSpPr>
          <p:cNvPr id="35" name="attribute EvidenceSpan 0">
            <a:extLst xmlns:a="http://schemas.openxmlformats.org/drawingml/2006/main">
              <a:ext uri="{FF2B5EF4-FFF2-40B4-BE49-F238E27FC236}">
                <a16:creationId xmlns:a16="http://schemas.microsoft.com/office/drawing/2014/main" id="{40B93FC8-B147-4E9B-A3C4-A1CE852CD249}"/>
              </a:ext>
            </a:extLst>
          </p:cNvPr>
          <p:cNvSpPr>
            <a:spLocks xmlns:a="http://schemas.openxmlformats.org/drawingml/2006/main" noGrp="1"/>
          </p:cNvSpPr>
          <p:nvPr/>
        </p:nvSpPr>
        <p:spPr>
          <a:xfrm xmlns:a="http://schemas.openxmlformats.org/drawingml/2006/main">
            <a:off x="10077450" y="4924425"/>
            <a:ext cx="3943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Exact text, source_version</a:t>
            </a:r>
          </a:p>
        </p:txBody>
      </p:sp>
      <p:sp>
        <p:nvSpPr>
          <p:cNvPr id="36" name="attribute EvidenceSpan 1">
            <a:extLst xmlns:a="http://schemas.openxmlformats.org/drawingml/2006/main">
              <a:ext uri="{FF2B5EF4-FFF2-40B4-BE49-F238E27FC236}">
                <a16:creationId xmlns:a16="http://schemas.microsoft.com/office/drawing/2014/main" id="{1707D8D5-6ECC-4FF2-8836-89BFB7522F3A}"/>
              </a:ext>
            </a:extLst>
          </p:cNvPr>
          <p:cNvSpPr>
            <a:spLocks xmlns:a="http://schemas.openxmlformats.org/drawingml/2006/main" noGrp="1"/>
          </p:cNvSpPr>
          <p:nvPr/>
        </p:nvSpPr>
        <p:spPr>
          <a:xfrm xmlns:a="http://schemas.openxmlformats.org/drawingml/2006/main">
            <a:off x="10077450" y="5200650"/>
            <a:ext cx="3943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000000"/>
                </a:solidFill>
                <a:latin typeface="Times New Roman"/>
                <a:ea typeface="Times New Roman"/>
                <a:cs typeface="Times New Roman"/>
              </a:defRPr>
            </a:defPPr>
            <a:lvl1pPr algn="ctr">
              <a:defRPr sz="1575" b="0">
                <a:solidFill>
                  <a:srgbClr val="000000"/>
                </a:solidFill>
                <a:latin typeface="Times New Roman"/>
                <a:ea typeface="Times New Roman"/>
                <a:cs typeface="Times New Roman"/>
              </a:defRPr>
            </a:lvl1pPr>
            <a:lvl2pPr algn="ctr">
              <a:defRPr sz="1575" b="0">
                <a:solidFill>
                  <a:srgbClr val="000000"/>
                </a:solidFill>
                <a:latin typeface="Times New Roman"/>
                <a:ea typeface="Times New Roman"/>
                <a:cs typeface="Times New Roman"/>
              </a:defRPr>
            </a:lvl2pPr>
            <a:lvl3pPr algn="ctr">
              <a:defRPr sz="1575" b="0">
                <a:solidFill>
                  <a:srgbClr val="000000"/>
                </a:solidFill>
                <a:latin typeface="Times New Roman"/>
                <a:ea typeface="Times New Roman"/>
                <a:cs typeface="Times New Roman"/>
              </a:defRPr>
            </a:lvl3pPr>
            <a:lvl4pPr algn="ctr">
              <a:defRPr sz="1575" b="0">
                <a:solidFill>
                  <a:srgbClr val="000000"/>
                </a:solidFill>
                <a:latin typeface="Times New Roman"/>
                <a:ea typeface="Times New Roman"/>
                <a:cs typeface="Times New Roman"/>
              </a:defRPr>
            </a:lvl4pPr>
            <a:lvl5pPr algn="ctr">
              <a:defRPr sz="1575" b="0">
                <a:solidFill>
                  <a:srgbClr val="000000"/>
                </a:solidFill>
                <a:latin typeface="Times New Roman"/>
                <a:ea typeface="Times New Roman"/>
                <a:cs typeface="Times New Roman"/>
              </a:defRPr>
            </a:lvl5pPr>
            <a:lvl6pPr algn="ctr">
              <a:defRPr sz="1575" b="0">
                <a:solidFill>
                  <a:srgbClr val="000000"/>
                </a:solidFill>
                <a:latin typeface="Times New Roman"/>
                <a:ea typeface="Times New Roman"/>
                <a:cs typeface="Times New Roman"/>
              </a:defRPr>
            </a:lvl6pPr>
            <a:lvl7pPr algn="ctr">
              <a:defRPr sz="1575" b="0">
                <a:solidFill>
                  <a:srgbClr val="000000"/>
                </a:solidFill>
                <a:latin typeface="Times New Roman"/>
                <a:ea typeface="Times New Roman"/>
                <a:cs typeface="Times New Roman"/>
              </a:defRPr>
            </a:lvl7pPr>
            <a:lvl8pPr algn="ctr">
              <a:defRPr sz="1575" b="0">
                <a:solidFill>
                  <a:srgbClr val="000000"/>
                </a:solidFill>
                <a:latin typeface="Times New Roman"/>
                <a:ea typeface="Times New Roman"/>
                <a:cs typeface="Times New Roman"/>
              </a:defRPr>
            </a:lvl8pPr>
            <a:lvl9pPr algn="ctr">
              <a:defRPr sz="1575" b="0">
                <a:solidFill>
                  <a:srgbClr val="000000"/>
                </a:solidFill>
                <a:latin typeface="Times New Roman"/>
                <a:ea typeface="Times New Roman"/>
                <a:cs typeface="Times New Roman"/>
              </a:defRPr>
            </a:lvl9pPr>
          </a:lstStyle>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PDF page / web paragraph / timestamp</a:t>
            </a:r>
          </a:p>
        </p:txBody>
      </p:sp>
      <p:sp>
        <p:nvSpPr>
          <p:cNvPr id="37" name="label HAS_CITATION">
            <a:extLst xmlns:a="http://schemas.openxmlformats.org/drawingml/2006/main">
              <a:ext uri="{FF2B5EF4-FFF2-40B4-BE49-F238E27FC236}">
                <a16:creationId xmlns:a16="http://schemas.microsoft.com/office/drawing/2014/main" id="{4A25E28A-4340-46AA-9D2C-7523C8737439}"/>
              </a:ext>
            </a:extLst>
          </p:cNvPr>
          <p:cNvSpPr>
            <a:spLocks xmlns:a="http://schemas.openxmlformats.org/drawingml/2006/main" noGrp="1"/>
          </p:cNvSpPr>
          <p:nvPr/>
        </p:nvSpPr>
        <p:spPr>
          <a:xfrm xmlns:a="http://schemas.openxmlformats.org/drawingml/2006/main">
            <a:off x="3333750" y="1933575"/>
            <a:ext cx="161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HAS_CITATION</a:t>
            </a:r>
          </a:p>
        </p:txBody>
      </p:sp>
      <p:sp>
        <p:nvSpPr>
          <p:cNvPr id="38" name="label CITES">
            <a:extLst xmlns:a="http://schemas.openxmlformats.org/drawingml/2006/main">
              <a:ext uri="{FF2B5EF4-FFF2-40B4-BE49-F238E27FC236}">
                <a16:creationId xmlns:a16="http://schemas.microsoft.com/office/drawing/2014/main" id="{9907CA4C-4FCB-4664-ACAA-EEFF8DDDBDDE}"/>
              </a:ext>
            </a:extLst>
          </p:cNvPr>
          <p:cNvSpPr>
            <a:spLocks xmlns:a="http://schemas.openxmlformats.org/drawingml/2006/main" noGrp="1"/>
          </p:cNvSpPr>
          <p:nvPr/>
        </p:nvSpPr>
        <p:spPr>
          <a:xfrm xmlns:a="http://schemas.openxmlformats.org/drawingml/2006/main">
            <a:off x="7905750" y="1933575"/>
            <a:ext cx="200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CITES</a:t>
            </a:r>
          </a:p>
        </p:txBody>
      </p:sp>
      <p:sp>
        <p:nvSpPr>
          <p:cNvPr id="39" name="label HAS_EVIDENCE_SPAN">
            <a:extLst xmlns:a="http://schemas.openxmlformats.org/drawingml/2006/main">
              <a:ext uri="{FF2B5EF4-FFF2-40B4-BE49-F238E27FC236}">
                <a16:creationId xmlns:a16="http://schemas.microsoft.com/office/drawing/2014/main" id="{3F14C37E-1931-4D17-9B6E-D4A19B301ACC}"/>
              </a:ext>
            </a:extLst>
          </p:cNvPr>
          <p:cNvSpPr>
            <a:spLocks xmlns:a="http://schemas.openxmlformats.org/drawingml/2006/main" noGrp="1"/>
          </p:cNvSpPr>
          <p:nvPr/>
        </p:nvSpPr>
        <p:spPr>
          <a:xfrm xmlns:a="http://schemas.openxmlformats.org/drawingml/2006/main">
            <a:off x="12192000" y="318135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HAS_EVIDENCE_SPAN</a:t>
            </a:r>
          </a:p>
        </p:txBody>
      </p:sp>
      <p:sp>
        <p:nvSpPr>
          <p:cNvPr id="40" name="label SUPPORTED_BY">
            <a:extLst xmlns:a="http://schemas.openxmlformats.org/drawingml/2006/main">
              <a:ext uri="{FF2B5EF4-FFF2-40B4-BE49-F238E27FC236}">
                <a16:creationId xmlns:a16="http://schemas.microsoft.com/office/drawing/2014/main" id="{C4489A1C-A840-4C35-97D1-9D67E3EBDE85}"/>
              </a:ext>
            </a:extLst>
          </p:cNvPr>
          <p:cNvSpPr>
            <a:spLocks xmlns:a="http://schemas.openxmlformats.org/drawingml/2006/main" noGrp="1"/>
          </p:cNvSpPr>
          <p:nvPr/>
        </p:nvSpPr>
        <p:spPr>
          <a:xfrm xmlns:a="http://schemas.openxmlformats.org/drawingml/2006/main">
            <a:off x="8458200" y="477202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SUPPORTED_BY</a:t>
            </a:r>
          </a:p>
        </p:txBody>
      </p:sp>
      <p:sp>
        <p:nvSpPr>
          <p:cNvPr id="41" name="label USES_CONCEPT">
            <a:extLst xmlns:a="http://schemas.openxmlformats.org/drawingml/2006/main">
              <a:ext uri="{FF2B5EF4-FFF2-40B4-BE49-F238E27FC236}">
                <a16:creationId xmlns:a16="http://schemas.microsoft.com/office/drawing/2014/main" id="{28DBC6BD-437F-4B0D-8995-62BCD7AE1E51}"/>
              </a:ext>
            </a:extLst>
          </p:cNvPr>
          <p:cNvSpPr>
            <a:spLocks xmlns:a="http://schemas.openxmlformats.org/drawingml/2006/main" noGrp="1"/>
          </p:cNvSpPr>
          <p:nvPr/>
        </p:nvSpPr>
        <p:spPr>
          <a:xfrm xmlns:a="http://schemas.openxmlformats.org/drawingml/2006/main">
            <a:off x="3333750" y="47720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USES_CONCEPT</a:t>
            </a:r>
          </a:p>
        </p:txBody>
      </p:sp>
      <p:sp>
        <p:nvSpPr>
          <p:cNvPr id="42" name="caption 0">
            <a:extLst xmlns:a="http://schemas.openxmlformats.org/drawingml/2006/main">
              <a:ext uri="{FF2B5EF4-FFF2-40B4-BE49-F238E27FC236}">
                <a16:creationId xmlns:a16="http://schemas.microsoft.com/office/drawing/2014/main" id="{EB5FB16C-14A7-4EFD-8FBC-3913F872E7EB}"/>
              </a:ext>
            </a:extLst>
          </p:cNvPr>
          <p:cNvSpPr>
            <a:spLocks xmlns:a="http://schemas.openxmlformats.org/drawingml/2006/main" noGrp="1"/>
          </p:cNvSpPr>
          <p:nvPr/>
        </p:nvSpPr>
        <p:spPr>
          <a:xfrm xmlns:a="http://schemas.openxmlformats.org/drawingml/2006/main">
            <a:off x="571500" y="6477000"/>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00000"/>
                </a:solidFill>
                <a:latin typeface="Times New Roman"/>
                <a:ea typeface="Times New Roman"/>
                <a:cs typeface="Times New Roman"/>
              </a:defRPr>
            </a:defPPr>
            <a:lvl1pPr algn="l">
              <a:defRPr sz="1650" b="0">
                <a:solidFill>
                  <a:srgbClr val="000000"/>
                </a:solidFill>
                <a:latin typeface="Times New Roman"/>
                <a:ea typeface="Times New Roman"/>
                <a:cs typeface="Times New Roman"/>
              </a:defRPr>
            </a:lvl1pPr>
            <a:lvl2pPr algn="l">
              <a:defRPr sz="1650" b="0">
                <a:solidFill>
                  <a:srgbClr val="000000"/>
                </a:solidFill>
                <a:latin typeface="Times New Roman"/>
                <a:ea typeface="Times New Roman"/>
                <a:cs typeface="Times New Roman"/>
              </a:defRPr>
            </a:lvl2pPr>
            <a:lvl3pPr algn="l">
              <a:defRPr sz="1650" b="0">
                <a:solidFill>
                  <a:srgbClr val="000000"/>
                </a:solidFill>
                <a:latin typeface="Times New Roman"/>
                <a:ea typeface="Times New Roman"/>
                <a:cs typeface="Times New Roman"/>
              </a:defRPr>
            </a:lvl3pPr>
            <a:lvl4pPr algn="l">
              <a:defRPr sz="1650" b="0">
                <a:solidFill>
                  <a:srgbClr val="000000"/>
                </a:solidFill>
                <a:latin typeface="Times New Roman"/>
                <a:ea typeface="Times New Roman"/>
                <a:cs typeface="Times New Roman"/>
              </a:defRPr>
            </a:lvl4pPr>
            <a:lvl5pPr algn="l">
              <a:defRPr sz="1650" b="0">
                <a:solidFill>
                  <a:srgbClr val="000000"/>
                </a:solidFill>
                <a:latin typeface="Times New Roman"/>
                <a:ea typeface="Times New Roman"/>
                <a:cs typeface="Times New Roman"/>
              </a:defRPr>
            </a:lvl5pPr>
            <a:lvl6pPr algn="l">
              <a:defRPr sz="1650" b="0">
                <a:solidFill>
                  <a:srgbClr val="000000"/>
                </a:solidFill>
                <a:latin typeface="Times New Roman"/>
                <a:ea typeface="Times New Roman"/>
                <a:cs typeface="Times New Roman"/>
              </a:defRPr>
            </a:lvl6pPr>
            <a:lvl7pPr algn="l">
              <a:defRPr sz="1650" b="0">
                <a:solidFill>
                  <a:srgbClr val="000000"/>
                </a:solidFill>
                <a:latin typeface="Times New Roman"/>
                <a:ea typeface="Times New Roman"/>
                <a:cs typeface="Times New Roman"/>
              </a:defRPr>
            </a:lvl7pPr>
            <a:lvl8pPr algn="l">
              <a:defRPr sz="1650" b="0">
                <a:solidFill>
                  <a:srgbClr val="000000"/>
                </a:solidFill>
                <a:latin typeface="Times New Roman"/>
                <a:ea typeface="Times New Roman"/>
                <a:cs typeface="Times New Roman"/>
              </a:defRPr>
            </a:lvl8pPr>
            <a:lvl9pPr algn="l">
              <a:defRPr sz="1650" b="0">
                <a:solidFill>
                  <a:srgbClr val="000000"/>
                </a:solidFill>
                <a:latin typeface="Times New Roman"/>
                <a:ea typeface="Times New Roman"/>
                <a:cs typeface="Times New Roman"/>
              </a:defRPr>
            </a:lvl9pPr>
          </a:lstStyle>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Candidate concept kinds: scam type, contact channel, manipulation, requested action, response action</a:t>
            </a:r>
          </a:p>
        </p:txBody>
      </p:sp>
      <p:sp>
        <p:nvSpPr>
          <p:cNvPr id="43" name="caption 1">
            <a:extLst xmlns:a="http://schemas.openxmlformats.org/drawingml/2006/main">
              <a:ext uri="{FF2B5EF4-FFF2-40B4-BE49-F238E27FC236}">
                <a16:creationId xmlns:a16="http://schemas.microsoft.com/office/drawing/2014/main" id="{ED6CD8F4-0D41-40A6-B007-794EB90D7668}"/>
              </a:ext>
            </a:extLst>
          </p:cNvPr>
          <p:cNvSpPr>
            <a:spLocks xmlns:a="http://schemas.openxmlformats.org/drawingml/2006/main" noGrp="1"/>
          </p:cNvSpPr>
          <p:nvPr/>
        </p:nvSpPr>
        <p:spPr>
          <a:xfrm xmlns:a="http://schemas.openxmlformats.org/drawingml/2006/main">
            <a:off x="571500" y="6953250"/>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00000"/>
                </a:solidFill>
                <a:latin typeface="Times New Roman"/>
                <a:ea typeface="Times New Roman"/>
                <a:cs typeface="Times New Roman"/>
              </a:defRPr>
            </a:defPPr>
            <a:lvl1pPr algn="l">
              <a:defRPr sz="1650" b="0">
                <a:solidFill>
                  <a:srgbClr val="000000"/>
                </a:solidFill>
                <a:latin typeface="Times New Roman"/>
                <a:ea typeface="Times New Roman"/>
                <a:cs typeface="Times New Roman"/>
              </a:defRPr>
            </a:lvl1pPr>
            <a:lvl2pPr algn="l">
              <a:defRPr sz="1650" b="0">
                <a:solidFill>
                  <a:srgbClr val="000000"/>
                </a:solidFill>
                <a:latin typeface="Times New Roman"/>
                <a:ea typeface="Times New Roman"/>
                <a:cs typeface="Times New Roman"/>
              </a:defRPr>
            </a:lvl2pPr>
            <a:lvl3pPr algn="l">
              <a:defRPr sz="1650" b="0">
                <a:solidFill>
                  <a:srgbClr val="000000"/>
                </a:solidFill>
                <a:latin typeface="Times New Roman"/>
                <a:ea typeface="Times New Roman"/>
                <a:cs typeface="Times New Roman"/>
              </a:defRPr>
            </a:lvl3pPr>
            <a:lvl4pPr algn="l">
              <a:defRPr sz="1650" b="0">
                <a:solidFill>
                  <a:srgbClr val="000000"/>
                </a:solidFill>
                <a:latin typeface="Times New Roman"/>
                <a:ea typeface="Times New Roman"/>
                <a:cs typeface="Times New Roman"/>
              </a:defRPr>
            </a:lvl4pPr>
            <a:lvl5pPr algn="l">
              <a:defRPr sz="1650" b="0">
                <a:solidFill>
                  <a:srgbClr val="000000"/>
                </a:solidFill>
                <a:latin typeface="Times New Roman"/>
                <a:ea typeface="Times New Roman"/>
                <a:cs typeface="Times New Roman"/>
              </a:defRPr>
            </a:lvl5pPr>
            <a:lvl6pPr algn="l">
              <a:defRPr sz="1650" b="0">
                <a:solidFill>
                  <a:srgbClr val="000000"/>
                </a:solidFill>
                <a:latin typeface="Times New Roman"/>
                <a:ea typeface="Times New Roman"/>
                <a:cs typeface="Times New Roman"/>
              </a:defRPr>
            </a:lvl6pPr>
            <a:lvl7pPr algn="l">
              <a:defRPr sz="1650" b="0">
                <a:solidFill>
                  <a:srgbClr val="000000"/>
                </a:solidFill>
                <a:latin typeface="Times New Roman"/>
                <a:ea typeface="Times New Roman"/>
                <a:cs typeface="Times New Roman"/>
              </a:defRPr>
            </a:lvl7pPr>
            <a:lvl8pPr algn="l">
              <a:defRPr sz="1650" b="0">
                <a:solidFill>
                  <a:srgbClr val="000000"/>
                </a:solidFill>
                <a:latin typeface="Times New Roman"/>
                <a:ea typeface="Times New Roman"/>
                <a:cs typeface="Times New Roman"/>
              </a:defRPr>
            </a:lvl8pPr>
            <a:lvl9pPr algn="l">
              <a:defRPr sz="1650" b="0">
                <a:solidFill>
                  <a:srgbClr val="000000"/>
                </a:solidFill>
                <a:latin typeface="Times New Roman"/>
                <a:ea typeface="Times New Roman"/>
                <a:cs typeface="Times New Roman"/>
              </a:defRPr>
            </a:lvl9pPr>
          </a:lstStyle>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Reuse Topic IDs where definitions match. Keep the existing catalog classifications.</a:t>
            </a:r>
          </a:p>
        </p:txBody>
      </p:sp>
      <p:sp>
        <p:nvSpPr>
          <p:cNvPr id="44" name="caption 2">
            <a:extLst xmlns:a="http://schemas.openxmlformats.org/drawingml/2006/main">
              <a:ext uri="{FF2B5EF4-FFF2-40B4-BE49-F238E27FC236}">
                <a16:creationId xmlns:a16="http://schemas.microsoft.com/office/drawing/2014/main" id="{9147C8AD-899D-4BF4-AD62-CA6216DF359A}"/>
              </a:ext>
            </a:extLst>
          </p:cNvPr>
          <p:cNvSpPr>
            <a:spLocks xmlns:a="http://schemas.openxmlformats.org/drawingml/2006/main" noGrp="1"/>
          </p:cNvSpPr>
          <p:nvPr/>
        </p:nvSpPr>
        <p:spPr>
          <a:xfrm xmlns:a="http://schemas.openxmlformats.org/drawingml/2006/main">
            <a:off x="571500" y="7429500"/>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00000"/>
                </a:solidFill>
                <a:latin typeface="Times New Roman"/>
                <a:ea typeface="Times New Roman"/>
                <a:cs typeface="Times New Roman"/>
              </a:defRPr>
            </a:defPPr>
            <a:lvl1pPr algn="l">
              <a:defRPr sz="1650" b="0">
                <a:solidFill>
                  <a:srgbClr val="000000"/>
                </a:solidFill>
                <a:latin typeface="Times New Roman"/>
                <a:ea typeface="Times New Roman"/>
                <a:cs typeface="Times New Roman"/>
              </a:defRPr>
            </a:lvl1pPr>
            <a:lvl2pPr algn="l">
              <a:defRPr sz="1650" b="0">
                <a:solidFill>
                  <a:srgbClr val="000000"/>
                </a:solidFill>
                <a:latin typeface="Times New Roman"/>
                <a:ea typeface="Times New Roman"/>
                <a:cs typeface="Times New Roman"/>
              </a:defRPr>
            </a:lvl2pPr>
            <a:lvl3pPr algn="l">
              <a:defRPr sz="1650" b="0">
                <a:solidFill>
                  <a:srgbClr val="000000"/>
                </a:solidFill>
                <a:latin typeface="Times New Roman"/>
                <a:ea typeface="Times New Roman"/>
                <a:cs typeface="Times New Roman"/>
              </a:defRPr>
            </a:lvl3pPr>
            <a:lvl4pPr algn="l">
              <a:defRPr sz="1650" b="0">
                <a:solidFill>
                  <a:srgbClr val="000000"/>
                </a:solidFill>
                <a:latin typeface="Times New Roman"/>
                <a:ea typeface="Times New Roman"/>
                <a:cs typeface="Times New Roman"/>
              </a:defRPr>
            </a:lvl4pPr>
            <a:lvl5pPr algn="l">
              <a:defRPr sz="1650" b="0">
                <a:solidFill>
                  <a:srgbClr val="000000"/>
                </a:solidFill>
                <a:latin typeface="Times New Roman"/>
                <a:ea typeface="Times New Roman"/>
                <a:cs typeface="Times New Roman"/>
              </a:defRPr>
            </a:lvl5pPr>
            <a:lvl6pPr algn="l">
              <a:defRPr sz="1650" b="0">
                <a:solidFill>
                  <a:srgbClr val="000000"/>
                </a:solidFill>
                <a:latin typeface="Times New Roman"/>
                <a:ea typeface="Times New Roman"/>
                <a:cs typeface="Times New Roman"/>
              </a:defRPr>
            </a:lvl6pPr>
            <a:lvl7pPr algn="l">
              <a:defRPr sz="1650" b="0">
                <a:solidFill>
                  <a:srgbClr val="000000"/>
                </a:solidFill>
                <a:latin typeface="Times New Roman"/>
                <a:ea typeface="Times New Roman"/>
                <a:cs typeface="Times New Roman"/>
              </a:defRPr>
            </a:lvl7pPr>
            <a:lvl8pPr algn="l">
              <a:defRPr sz="1650" b="0">
                <a:solidFill>
                  <a:srgbClr val="000000"/>
                </a:solidFill>
                <a:latin typeface="Times New Roman"/>
                <a:ea typeface="Times New Roman"/>
                <a:cs typeface="Times New Roman"/>
              </a:defRPr>
            </a:lvl8pPr>
            <a:lvl9pPr algn="l">
              <a:defRPr sz="1650" b="0">
                <a:solidFill>
                  <a:srgbClr val="000000"/>
                </a:solidFill>
                <a:latin typeface="Times New Roman"/>
                <a:ea typeface="Times New Roman"/>
                <a:cs typeface="Times New Roman"/>
              </a:defRPr>
            </a:lvl9pPr>
          </a:lstStyle>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Review history and extraction runs are the next design decisions.</a:t>
            </a:r>
          </a:p>
        </p:txBody>
      </p:sp>
      <p:sp>
        <p:nvSpPr>
          <p:cNvPr id="45" name="caption 3">
            <a:extLst xmlns:a="http://schemas.openxmlformats.org/drawingml/2006/main">
              <a:ext uri="{FF2B5EF4-FFF2-40B4-BE49-F238E27FC236}">
                <a16:creationId xmlns:a16="http://schemas.microsoft.com/office/drawing/2014/main" id="{5279DEAC-F662-4510-9A2C-3658C7E3A3E7}"/>
              </a:ext>
            </a:extLst>
          </p:cNvPr>
          <p:cNvSpPr>
            <a:spLocks xmlns:a="http://schemas.openxmlformats.org/drawingml/2006/main" noGrp="1"/>
          </p:cNvSpPr>
          <p:nvPr/>
        </p:nvSpPr>
        <p:spPr>
          <a:xfrm xmlns:a="http://schemas.openxmlformats.org/drawingml/2006/main">
            <a:off x="571500" y="8115300"/>
            <a:ext cx="1409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000000"/>
                </a:solidFill>
                <a:latin typeface="Times New Roman"/>
                <a:ea typeface="Times New Roman"/>
                <a:cs typeface="Times New Roman"/>
              </a:defRPr>
            </a:defPPr>
            <a:lvl1pPr algn="l">
              <a:defRPr sz="1200" b="0">
                <a:solidFill>
                  <a:srgbClr val="000000"/>
                </a:solidFill>
                <a:latin typeface="Times New Roman"/>
                <a:ea typeface="Times New Roman"/>
                <a:cs typeface="Times New Roman"/>
              </a:defRPr>
            </a:lvl1pPr>
            <a:lvl2pPr algn="l">
              <a:defRPr sz="1200" b="0">
                <a:solidFill>
                  <a:srgbClr val="000000"/>
                </a:solidFill>
                <a:latin typeface="Times New Roman"/>
                <a:ea typeface="Times New Roman"/>
                <a:cs typeface="Times New Roman"/>
              </a:defRPr>
            </a:lvl2pPr>
            <a:lvl3pPr algn="l">
              <a:defRPr sz="1200" b="0">
                <a:solidFill>
                  <a:srgbClr val="000000"/>
                </a:solidFill>
                <a:latin typeface="Times New Roman"/>
                <a:ea typeface="Times New Roman"/>
                <a:cs typeface="Times New Roman"/>
              </a:defRPr>
            </a:lvl3pPr>
            <a:lvl4pPr algn="l">
              <a:defRPr sz="1200" b="0">
                <a:solidFill>
                  <a:srgbClr val="000000"/>
                </a:solidFill>
                <a:latin typeface="Times New Roman"/>
                <a:ea typeface="Times New Roman"/>
                <a:cs typeface="Times New Roman"/>
              </a:defRPr>
            </a:lvl4pPr>
            <a:lvl5pPr algn="l">
              <a:defRPr sz="1200" b="0">
                <a:solidFill>
                  <a:srgbClr val="000000"/>
                </a:solidFill>
                <a:latin typeface="Times New Roman"/>
                <a:ea typeface="Times New Roman"/>
                <a:cs typeface="Times New Roman"/>
              </a:defRPr>
            </a:lvl5pPr>
            <a:lvl6pPr algn="l">
              <a:defRPr sz="1200" b="0">
                <a:solidFill>
                  <a:srgbClr val="000000"/>
                </a:solidFill>
                <a:latin typeface="Times New Roman"/>
                <a:ea typeface="Times New Roman"/>
                <a:cs typeface="Times New Roman"/>
              </a:defRPr>
            </a:lvl6pPr>
            <a:lvl7pPr algn="l">
              <a:defRPr sz="1200" b="0">
                <a:solidFill>
                  <a:srgbClr val="000000"/>
                </a:solidFill>
                <a:latin typeface="Times New Roman"/>
                <a:ea typeface="Times New Roman"/>
                <a:cs typeface="Times New Roman"/>
              </a:defRPr>
            </a:lvl7pPr>
            <a:lvl8pPr algn="l">
              <a:defRPr sz="1200" b="0">
                <a:solidFill>
                  <a:srgbClr val="000000"/>
                </a:solidFill>
                <a:latin typeface="Times New Roman"/>
                <a:ea typeface="Times New Roman"/>
                <a:cs typeface="Times New Roman"/>
              </a:defRPr>
            </a:lvl8pPr>
            <a:lvl9pPr algn="l">
              <a:defRPr sz="1200" b="0">
                <a:solidFill>
                  <a:srgbClr val="000000"/>
                </a:solidFill>
                <a:latin typeface="Times New Roman"/>
                <a:ea typeface="Times New Roman"/>
                <a:cs typeface="Times New Roman"/>
              </a:defRPr>
            </a:lvl9pPr>
          </a:lstStyle>
          <a:p xmlns:a="http://schemas.openxmlformats.org/drawingml/2006/main">
            <a:pPr algn="l">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JCDL 2026: Chekuri &amp; Fox §§3–4; Chen et al. §3.1; Aboelnaga et al. §§3.2–4; Gordea &amp; Cotea §2</a:t>
            </a:r>
          </a:p>
        </p:txBody>
      </p:sp>
    </p:spTree>
    <p:extLst>
      <p:ext uri="{BB962C8B-B14F-4D97-AF65-F5344CB8AC3E}">
        <p14:creationId xmlns:p14="http://schemas.microsoft.com/office/powerpoint/2010/main" val="2097713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2026-10-29T05:54:40.9420000Z</dcterms:created>
  <dcterms:modified xsi:type="dcterms:W3CDTF">2026-10-29T05:54:40.9420000Z</dcterms:modified>
</coreProperties>
</file>